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4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F90FD4-5DA6-42E5-A858-F3B88177D0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E14C7A-5CD3-47B8-A1A8-1E763F631727}">
      <dgm:prSet/>
      <dgm:spPr/>
      <dgm:t>
        <a:bodyPr/>
        <a:lstStyle/>
        <a:p>
          <a:r>
            <a:rPr lang="en-US"/>
            <a:t>Makes money work better for low-literacy users</a:t>
          </a:r>
        </a:p>
      </dgm:t>
    </dgm:pt>
    <dgm:pt modelId="{9EE5B952-D808-455A-BE2E-9EE62CF1D267}" type="parTrans" cxnId="{18F86449-246C-449D-822E-49F498FE2E50}">
      <dgm:prSet/>
      <dgm:spPr/>
      <dgm:t>
        <a:bodyPr/>
        <a:lstStyle/>
        <a:p>
          <a:endParaRPr lang="en-US"/>
        </a:p>
      </dgm:t>
    </dgm:pt>
    <dgm:pt modelId="{2CE5F15F-3DA6-4AF2-BF7D-3271CF7F5782}" type="sibTrans" cxnId="{18F86449-246C-449D-822E-49F498FE2E50}">
      <dgm:prSet/>
      <dgm:spPr/>
      <dgm:t>
        <a:bodyPr/>
        <a:lstStyle/>
        <a:p>
          <a:endParaRPr lang="en-US"/>
        </a:p>
      </dgm:t>
    </dgm:pt>
    <dgm:pt modelId="{285B4C4C-BFB9-4F6D-91E8-DC7DECB79432}">
      <dgm:prSet/>
      <dgm:spPr/>
      <dgm:t>
        <a:bodyPr/>
        <a:lstStyle/>
        <a:p>
          <a:r>
            <a:rPr lang="en-US"/>
            <a:t>Real user: Ahmed sending urgent money</a:t>
          </a:r>
        </a:p>
      </dgm:t>
    </dgm:pt>
    <dgm:pt modelId="{37901EA1-1F52-4D67-98D8-C3862F041B6A}" type="parTrans" cxnId="{AA1F37B0-1EC0-4A7E-8CCA-B3A0784172CF}">
      <dgm:prSet/>
      <dgm:spPr/>
      <dgm:t>
        <a:bodyPr/>
        <a:lstStyle/>
        <a:p>
          <a:endParaRPr lang="en-US"/>
        </a:p>
      </dgm:t>
    </dgm:pt>
    <dgm:pt modelId="{1E3A3D6D-8A57-439A-9324-0145E66A738A}" type="sibTrans" cxnId="{AA1F37B0-1EC0-4A7E-8CCA-B3A0784172CF}">
      <dgm:prSet/>
      <dgm:spPr/>
      <dgm:t>
        <a:bodyPr/>
        <a:lstStyle/>
        <a:p>
          <a:endParaRPr lang="en-US"/>
        </a:p>
      </dgm:t>
    </dgm:pt>
    <dgm:pt modelId="{68018C7F-88E1-4050-90BB-5C5964B9A115}">
      <dgm:prSet/>
      <dgm:spPr/>
      <dgm:t>
        <a:bodyPr/>
        <a:lstStyle/>
        <a:p>
          <a:r>
            <a:rPr lang="en-US"/>
            <a:t>Mock wallet + PIN + voice confirmation</a:t>
          </a:r>
        </a:p>
      </dgm:t>
    </dgm:pt>
    <dgm:pt modelId="{B34A6E00-B33F-4FA2-B2D8-C14CA71AEDC5}" type="parTrans" cxnId="{9BC5A698-7B4D-4F99-9BE8-D0801032F40F}">
      <dgm:prSet/>
      <dgm:spPr/>
      <dgm:t>
        <a:bodyPr/>
        <a:lstStyle/>
        <a:p>
          <a:endParaRPr lang="en-US"/>
        </a:p>
      </dgm:t>
    </dgm:pt>
    <dgm:pt modelId="{B5F3EE6A-C368-4185-A246-64B810372FCF}" type="sibTrans" cxnId="{9BC5A698-7B4D-4F99-9BE8-D0801032F40F}">
      <dgm:prSet/>
      <dgm:spPr/>
      <dgm:t>
        <a:bodyPr/>
        <a:lstStyle/>
        <a:p>
          <a:endParaRPr lang="en-US"/>
        </a:p>
      </dgm:t>
    </dgm:pt>
    <dgm:pt modelId="{7022F976-1345-4469-93BA-00FEC237C80E}">
      <dgm:prSet/>
      <dgm:spPr/>
      <dgm:t>
        <a:bodyPr/>
        <a:lstStyle/>
        <a:p>
          <a:r>
            <a:rPr lang="en-US"/>
            <a:t>No crypto, simple payments</a:t>
          </a:r>
        </a:p>
      </dgm:t>
    </dgm:pt>
    <dgm:pt modelId="{0ABDB521-7E71-4E57-912A-6A95727D1F5A}" type="parTrans" cxnId="{ED97E6B3-1F35-4438-9C4C-4DAD1825A820}">
      <dgm:prSet/>
      <dgm:spPr/>
      <dgm:t>
        <a:bodyPr/>
        <a:lstStyle/>
        <a:p>
          <a:endParaRPr lang="en-US"/>
        </a:p>
      </dgm:t>
    </dgm:pt>
    <dgm:pt modelId="{BE4327DC-73C5-401F-90D5-E616C288BEF0}" type="sibTrans" cxnId="{ED97E6B3-1F35-4438-9C4C-4DAD1825A820}">
      <dgm:prSet/>
      <dgm:spPr/>
      <dgm:t>
        <a:bodyPr/>
        <a:lstStyle/>
        <a:p>
          <a:endParaRPr lang="en-US"/>
        </a:p>
      </dgm:t>
    </dgm:pt>
    <dgm:pt modelId="{DA481184-BBBE-480A-8F3F-AF82CC847E62}">
      <dgm:prSet/>
      <dgm:spPr/>
      <dgm:t>
        <a:bodyPr/>
        <a:lstStyle/>
        <a:p>
          <a:r>
            <a:rPr lang="en-US"/>
            <a:t>Whisper enables natural speech</a:t>
          </a:r>
        </a:p>
      </dgm:t>
    </dgm:pt>
    <dgm:pt modelId="{673A6B36-471E-4403-A334-18DE9FEFE257}" type="parTrans" cxnId="{09C54FED-3733-4AEE-84DB-A3797C0B43D4}">
      <dgm:prSet/>
      <dgm:spPr/>
      <dgm:t>
        <a:bodyPr/>
        <a:lstStyle/>
        <a:p>
          <a:endParaRPr lang="en-US"/>
        </a:p>
      </dgm:t>
    </dgm:pt>
    <dgm:pt modelId="{EF45C8CC-9F48-4051-863C-78786CFDADCE}" type="sibTrans" cxnId="{09C54FED-3733-4AEE-84DB-A3797C0B43D4}">
      <dgm:prSet/>
      <dgm:spPr/>
      <dgm:t>
        <a:bodyPr/>
        <a:lstStyle/>
        <a:p>
          <a:endParaRPr lang="en-US"/>
        </a:p>
      </dgm:t>
    </dgm:pt>
    <dgm:pt modelId="{7CC63EED-D686-46A4-829C-258D92634E02}">
      <dgm:prSet/>
      <dgm:spPr/>
      <dgm:t>
        <a:bodyPr/>
        <a:lstStyle/>
        <a:p>
          <a:r>
            <a:rPr lang="en-US"/>
            <a:t>Complete, scoped solution</a:t>
          </a:r>
        </a:p>
      </dgm:t>
    </dgm:pt>
    <dgm:pt modelId="{414C1805-F99A-44AB-87F5-C4C847669BAD}" type="parTrans" cxnId="{EC5A0EA8-6333-4BB6-8061-DAC6CA0793CB}">
      <dgm:prSet/>
      <dgm:spPr/>
      <dgm:t>
        <a:bodyPr/>
        <a:lstStyle/>
        <a:p>
          <a:endParaRPr lang="en-US"/>
        </a:p>
      </dgm:t>
    </dgm:pt>
    <dgm:pt modelId="{F596B9B0-B543-4184-90F2-1DADB60333AC}" type="sibTrans" cxnId="{EC5A0EA8-6333-4BB6-8061-DAC6CA0793CB}">
      <dgm:prSet/>
      <dgm:spPr/>
      <dgm:t>
        <a:bodyPr/>
        <a:lstStyle/>
        <a:p>
          <a:endParaRPr lang="en-US"/>
        </a:p>
      </dgm:t>
    </dgm:pt>
    <dgm:pt modelId="{F1F426F3-4FC7-4D9B-B2EA-BB00EF08FADE}" type="pres">
      <dgm:prSet presAssocID="{8FF90FD4-5DA6-42E5-A858-F3B88177D0BF}" presName="linear" presStyleCnt="0">
        <dgm:presLayoutVars>
          <dgm:animLvl val="lvl"/>
          <dgm:resizeHandles val="exact"/>
        </dgm:presLayoutVars>
      </dgm:prSet>
      <dgm:spPr/>
    </dgm:pt>
    <dgm:pt modelId="{67525B00-E8D1-4C5A-8079-35F17EFE809C}" type="pres">
      <dgm:prSet presAssocID="{82E14C7A-5CD3-47B8-A1A8-1E763F63172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B495441-D1A3-4491-AFAB-3B49E6F8055B}" type="pres">
      <dgm:prSet presAssocID="{2CE5F15F-3DA6-4AF2-BF7D-3271CF7F5782}" presName="spacer" presStyleCnt="0"/>
      <dgm:spPr/>
    </dgm:pt>
    <dgm:pt modelId="{98F97537-3854-4572-A72F-917299059D6F}" type="pres">
      <dgm:prSet presAssocID="{285B4C4C-BFB9-4F6D-91E8-DC7DECB7943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32F362C-2636-4F47-85C6-2513940EB208}" type="pres">
      <dgm:prSet presAssocID="{1E3A3D6D-8A57-439A-9324-0145E66A738A}" presName="spacer" presStyleCnt="0"/>
      <dgm:spPr/>
    </dgm:pt>
    <dgm:pt modelId="{E4D3B841-0F21-44F2-AD42-36313FE46AC6}" type="pres">
      <dgm:prSet presAssocID="{68018C7F-88E1-4050-90BB-5C5964B9A11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1094405-AA3D-48FD-8C45-6B98DD7CA475}" type="pres">
      <dgm:prSet presAssocID="{B5F3EE6A-C368-4185-A246-64B810372FCF}" presName="spacer" presStyleCnt="0"/>
      <dgm:spPr/>
    </dgm:pt>
    <dgm:pt modelId="{BE7C34BD-25FA-4228-A5DC-9C187625D810}" type="pres">
      <dgm:prSet presAssocID="{7022F976-1345-4469-93BA-00FEC237C80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8356C4D-AD51-4E3F-908B-13739F8663E2}" type="pres">
      <dgm:prSet presAssocID="{BE4327DC-73C5-401F-90D5-E616C288BEF0}" presName="spacer" presStyleCnt="0"/>
      <dgm:spPr/>
    </dgm:pt>
    <dgm:pt modelId="{4EDE7E0D-E84F-4C49-904A-F25F6BC3C37E}" type="pres">
      <dgm:prSet presAssocID="{DA481184-BBBE-480A-8F3F-AF82CC847E6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E8CFDCD-9A53-4FC7-A784-9DB0991A53B8}" type="pres">
      <dgm:prSet presAssocID="{EF45C8CC-9F48-4051-863C-78786CFDADCE}" presName="spacer" presStyleCnt="0"/>
      <dgm:spPr/>
    </dgm:pt>
    <dgm:pt modelId="{2B43A188-D286-4BE8-9D67-1184CA1EC496}" type="pres">
      <dgm:prSet presAssocID="{7CC63EED-D686-46A4-829C-258D92634E0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266DB2B-E5D5-4ADC-A692-98E5A11EE159}" type="presOf" srcId="{82E14C7A-5CD3-47B8-A1A8-1E763F631727}" destId="{67525B00-E8D1-4C5A-8079-35F17EFE809C}" srcOrd="0" destOrd="0" presId="urn:microsoft.com/office/officeart/2005/8/layout/vList2"/>
    <dgm:cxn modelId="{12484A62-ED33-43F4-A178-1021F49A32EF}" type="presOf" srcId="{DA481184-BBBE-480A-8F3F-AF82CC847E62}" destId="{4EDE7E0D-E84F-4C49-904A-F25F6BC3C37E}" srcOrd="0" destOrd="0" presId="urn:microsoft.com/office/officeart/2005/8/layout/vList2"/>
    <dgm:cxn modelId="{46613163-3F98-48F6-95D6-CF236196E715}" type="presOf" srcId="{7022F976-1345-4469-93BA-00FEC237C80E}" destId="{BE7C34BD-25FA-4228-A5DC-9C187625D810}" srcOrd="0" destOrd="0" presId="urn:microsoft.com/office/officeart/2005/8/layout/vList2"/>
    <dgm:cxn modelId="{DD5BD263-F29F-4202-BFC2-151E05363436}" type="presOf" srcId="{285B4C4C-BFB9-4F6D-91E8-DC7DECB79432}" destId="{98F97537-3854-4572-A72F-917299059D6F}" srcOrd="0" destOrd="0" presId="urn:microsoft.com/office/officeart/2005/8/layout/vList2"/>
    <dgm:cxn modelId="{18F86449-246C-449D-822E-49F498FE2E50}" srcId="{8FF90FD4-5DA6-42E5-A858-F3B88177D0BF}" destId="{82E14C7A-5CD3-47B8-A1A8-1E763F631727}" srcOrd="0" destOrd="0" parTransId="{9EE5B952-D808-455A-BE2E-9EE62CF1D267}" sibTransId="{2CE5F15F-3DA6-4AF2-BF7D-3271CF7F5782}"/>
    <dgm:cxn modelId="{9BC5A698-7B4D-4F99-9BE8-D0801032F40F}" srcId="{8FF90FD4-5DA6-42E5-A858-F3B88177D0BF}" destId="{68018C7F-88E1-4050-90BB-5C5964B9A115}" srcOrd="2" destOrd="0" parTransId="{B34A6E00-B33F-4FA2-B2D8-C14CA71AEDC5}" sibTransId="{B5F3EE6A-C368-4185-A246-64B810372FCF}"/>
    <dgm:cxn modelId="{EC5A0EA8-6333-4BB6-8061-DAC6CA0793CB}" srcId="{8FF90FD4-5DA6-42E5-A858-F3B88177D0BF}" destId="{7CC63EED-D686-46A4-829C-258D92634E02}" srcOrd="5" destOrd="0" parTransId="{414C1805-F99A-44AB-87F5-C4C847669BAD}" sibTransId="{F596B9B0-B543-4184-90F2-1DADB60333AC}"/>
    <dgm:cxn modelId="{AA1F37B0-1EC0-4A7E-8CCA-B3A0784172CF}" srcId="{8FF90FD4-5DA6-42E5-A858-F3B88177D0BF}" destId="{285B4C4C-BFB9-4F6D-91E8-DC7DECB79432}" srcOrd="1" destOrd="0" parTransId="{37901EA1-1F52-4D67-98D8-C3862F041B6A}" sibTransId="{1E3A3D6D-8A57-439A-9324-0145E66A738A}"/>
    <dgm:cxn modelId="{ED97E6B3-1F35-4438-9C4C-4DAD1825A820}" srcId="{8FF90FD4-5DA6-42E5-A858-F3B88177D0BF}" destId="{7022F976-1345-4469-93BA-00FEC237C80E}" srcOrd="3" destOrd="0" parTransId="{0ABDB521-7E71-4E57-912A-6A95727D1F5A}" sibTransId="{BE4327DC-73C5-401F-90D5-E616C288BEF0}"/>
    <dgm:cxn modelId="{BC8A56D8-10E9-4026-AEF7-D31933BC91D6}" type="presOf" srcId="{8FF90FD4-5DA6-42E5-A858-F3B88177D0BF}" destId="{F1F426F3-4FC7-4D9B-B2EA-BB00EF08FADE}" srcOrd="0" destOrd="0" presId="urn:microsoft.com/office/officeart/2005/8/layout/vList2"/>
    <dgm:cxn modelId="{AB735DD9-DDE9-4DA9-AF72-6C3A8819A8AB}" type="presOf" srcId="{7CC63EED-D686-46A4-829C-258D92634E02}" destId="{2B43A188-D286-4BE8-9D67-1184CA1EC496}" srcOrd="0" destOrd="0" presId="urn:microsoft.com/office/officeart/2005/8/layout/vList2"/>
    <dgm:cxn modelId="{09C54FED-3733-4AEE-84DB-A3797C0B43D4}" srcId="{8FF90FD4-5DA6-42E5-A858-F3B88177D0BF}" destId="{DA481184-BBBE-480A-8F3F-AF82CC847E62}" srcOrd="4" destOrd="0" parTransId="{673A6B36-471E-4403-A334-18DE9FEFE257}" sibTransId="{EF45C8CC-9F48-4051-863C-78786CFDADCE}"/>
    <dgm:cxn modelId="{2D30BEFF-80CE-49DA-A36E-22F5AFFA43C2}" type="presOf" srcId="{68018C7F-88E1-4050-90BB-5C5964B9A115}" destId="{E4D3B841-0F21-44F2-AD42-36313FE46AC6}" srcOrd="0" destOrd="0" presId="urn:microsoft.com/office/officeart/2005/8/layout/vList2"/>
    <dgm:cxn modelId="{59B7EF1C-7518-46F9-9D2B-DF84D2F9BE4D}" type="presParOf" srcId="{F1F426F3-4FC7-4D9B-B2EA-BB00EF08FADE}" destId="{67525B00-E8D1-4C5A-8079-35F17EFE809C}" srcOrd="0" destOrd="0" presId="urn:microsoft.com/office/officeart/2005/8/layout/vList2"/>
    <dgm:cxn modelId="{A784EB30-2F13-4D1B-BC89-834468E6CE78}" type="presParOf" srcId="{F1F426F3-4FC7-4D9B-B2EA-BB00EF08FADE}" destId="{7B495441-D1A3-4491-AFAB-3B49E6F8055B}" srcOrd="1" destOrd="0" presId="urn:microsoft.com/office/officeart/2005/8/layout/vList2"/>
    <dgm:cxn modelId="{7ACBC730-4A33-405C-A1BE-17EBEB2724DF}" type="presParOf" srcId="{F1F426F3-4FC7-4D9B-B2EA-BB00EF08FADE}" destId="{98F97537-3854-4572-A72F-917299059D6F}" srcOrd="2" destOrd="0" presId="urn:microsoft.com/office/officeart/2005/8/layout/vList2"/>
    <dgm:cxn modelId="{4B2EB40E-4E38-452F-B0BF-674D9817256D}" type="presParOf" srcId="{F1F426F3-4FC7-4D9B-B2EA-BB00EF08FADE}" destId="{D32F362C-2636-4F47-85C6-2513940EB208}" srcOrd="3" destOrd="0" presId="urn:microsoft.com/office/officeart/2005/8/layout/vList2"/>
    <dgm:cxn modelId="{5B59B98F-FB58-4F72-BC1C-06FF16F3C898}" type="presParOf" srcId="{F1F426F3-4FC7-4D9B-B2EA-BB00EF08FADE}" destId="{E4D3B841-0F21-44F2-AD42-36313FE46AC6}" srcOrd="4" destOrd="0" presId="urn:microsoft.com/office/officeart/2005/8/layout/vList2"/>
    <dgm:cxn modelId="{8204073F-B7C2-496F-B655-D13B1D305BA3}" type="presParOf" srcId="{F1F426F3-4FC7-4D9B-B2EA-BB00EF08FADE}" destId="{31094405-AA3D-48FD-8C45-6B98DD7CA475}" srcOrd="5" destOrd="0" presId="urn:microsoft.com/office/officeart/2005/8/layout/vList2"/>
    <dgm:cxn modelId="{AEEF48DE-58C4-4898-9AEB-0D9CC83A2966}" type="presParOf" srcId="{F1F426F3-4FC7-4D9B-B2EA-BB00EF08FADE}" destId="{BE7C34BD-25FA-4228-A5DC-9C187625D810}" srcOrd="6" destOrd="0" presId="urn:microsoft.com/office/officeart/2005/8/layout/vList2"/>
    <dgm:cxn modelId="{00436436-B706-4B85-9702-2A0E8710CE0D}" type="presParOf" srcId="{F1F426F3-4FC7-4D9B-B2EA-BB00EF08FADE}" destId="{98356C4D-AD51-4E3F-908B-13739F8663E2}" srcOrd="7" destOrd="0" presId="urn:microsoft.com/office/officeart/2005/8/layout/vList2"/>
    <dgm:cxn modelId="{30C8A930-A2CC-4184-9959-D3111853CC5A}" type="presParOf" srcId="{F1F426F3-4FC7-4D9B-B2EA-BB00EF08FADE}" destId="{4EDE7E0D-E84F-4C49-904A-F25F6BC3C37E}" srcOrd="8" destOrd="0" presId="urn:microsoft.com/office/officeart/2005/8/layout/vList2"/>
    <dgm:cxn modelId="{D540AC1B-F6B3-4167-BF4B-DF80DD00C259}" type="presParOf" srcId="{F1F426F3-4FC7-4D9B-B2EA-BB00EF08FADE}" destId="{4E8CFDCD-9A53-4FC7-A784-9DB0991A53B8}" srcOrd="9" destOrd="0" presId="urn:microsoft.com/office/officeart/2005/8/layout/vList2"/>
    <dgm:cxn modelId="{C13E4E7A-F701-4205-AB7B-346148E314D2}" type="presParOf" srcId="{F1F426F3-4FC7-4D9B-B2EA-BB00EF08FADE}" destId="{2B43A188-D286-4BE8-9D67-1184CA1EC49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0AC33F-E4C5-4760-84F7-539AF5824FBE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DCEC31-91BE-426D-8B1D-5B015488AECD}">
      <dgm:prSet/>
      <dgm:spPr/>
      <dgm:t>
        <a:bodyPr/>
        <a:lstStyle/>
        <a:p>
          <a:r>
            <a:rPr lang="en-US"/>
            <a:t>Ahmed – shopkeeper with basic phone</a:t>
          </a:r>
        </a:p>
      </dgm:t>
    </dgm:pt>
    <dgm:pt modelId="{99DC8C08-8605-4EA5-B21E-3EBD879ECE31}" type="parTrans" cxnId="{EA8F42F5-4410-4D20-BE97-8E18910F0E30}">
      <dgm:prSet/>
      <dgm:spPr/>
      <dgm:t>
        <a:bodyPr/>
        <a:lstStyle/>
        <a:p>
          <a:endParaRPr lang="en-US"/>
        </a:p>
      </dgm:t>
    </dgm:pt>
    <dgm:pt modelId="{10E8260C-1907-41D4-881F-6A0EA43933E4}" type="sibTrans" cxnId="{EA8F42F5-4410-4D20-BE97-8E18910F0E30}">
      <dgm:prSet/>
      <dgm:spPr/>
      <dgm:t>
        <a:bodyPr/>
        <a:lstStyle/>
        <a:p>
          <a:endParaRPr lang="en-US"/>
        </a:p>
      </dgm:t>
    </dgm:pt>
    <dgm:pt modelId="{CA7BB1DF-B838-4B8A-812D-E96F79B07315}">
      <dgm:prSet/>
      <dgm:spPr/>
      <dgm:t>
        <a:bodyPr/>
        <a:lstStyle/>
        <a:p>
          <a:r>
            <a:rPr lang="en-US"/>
            <a:t>Cannot use apps or read menus</a:t>
          </a:r>
        </a:p>
      </dgm:t>
    </dgm:pt>
    <dgm:pt modelId="{A2ECC04D-2258-4E2C-9DF8-082D00E26EC7}" type="parTrans" cxnId="{E4D2CDF0-DCBE-416B-9DE4-BAA20D3E6A37}">
      <dgm:prSet/>
      <dgm:spPr/>
      <dgm:t>
        <a:bodyPr/>
        <a:lstStyle/>
        <a:p>
          <a:endParaRPr lang="en-US"/>
        </a:p>
      </dgm:t>
    </dgm:pt>
    <dgm:pt modelId="{046CC541-2777-4DBD-B238-162E4D0904F8}" type="sibTrans" cxnId="{E4D2CDF0-DCBE-416B-9DE4-BAA20D3E6A37}">
      <dgm:prSet/>
      <dgm:spPr/>
      <dgm:t>
        <a:bodyPr/>
        <a:lstStyle/>
        <a:p>
          <a:endParaRPr lang="en-US"/>
        </a:p>
      </dgm:t>
    </dgm:pt>
    <dgm:pt modelId="{A27BEB33-951A-4DBA-9105-2AE0A5DAC27C}">
      <dgm:prSet/>
      <dgm:spPr/>
      <dgm:t>
        <a:bodyPr/>
        <a:lstStyle/>
        <a:p>
          <a:r>
            <a:rPr lang="en-US"/>
            <a:t>Needs help repeatedly</a:t>
          </a:r>
        </a:p>
      </dgm:t>
    </dgm:pt>
    <dgm:pt modelId="{1820C374-DB5D-457B-8C65-E92E1B58B173}" type="parTrans" cxnId="{3E3D97A8-CC6E-4A48-8EBF-396403964B31}">
      <dgm:prSet/>
      <dgm:spPr/>
      <dgm:t>
        <a:bodyPr/>
        <a:lstStyle/>
        <a:p>
          <a:endParaRPr lang="en-US"/>
        </a:p>
      </dgm:t>
    </dgm:pt>
    <dgm:pt modelId="{19C67930-4FF4-42EE-BFB6-A99731E56F4E}" type="sibTrans" cxnId="{3E3D97A8-CC6E-4A48-8EBF-396403964B31}">
      <dgm:prSet/>
      <dgm:spPr/>
      <dgm:t>
        <a:bodyPr/>
        <a:lstStyle/>
        <a:p>
          <a:endParaRPr lang="en-US"/>
        </a:p>
      </dgm:t>
    </dgm:pt>
    <dgm:pt modelId="{26555B87-E2A6-4162-B0B0-BC933B65E6F3}">
      <dgm:prSet/>
      <dgm:spPr/>
      <dgm:t>
        <a:bodyPr/>
        <a:lstStyle/>
        <a:p>
          <a:r>
            <a:rPr lang="en-US"/>
            <a:t>Has money but cannot act independently</a:t>
          </a:r>
        </a:p>
      </dgm:t>
    </dgm:pt>
    <dgm:pt modelId="{500C8194-6E4A-49C4-8CFE-7CC4810E041B}" type="parTrans" cxnId="{9988E94B-3E04-4AFA-85D5-EEDA35D10F97}">
      <dgm:prSet/>
      <dgm:spPr/>
      <dgm:t>
        <a:bodyPr/>
        <a:lstStyle/>
        <a:p>
          <a:endParaRPr lang="en-US"/>
        </a:p>
      </dgm:t>
    </dgm:pt>
    <dgm:pt modelId="{CBE3DC31-7FC8-44F7-9003-2B068DAD5456}" type="sibTrans" cxnId="{9988E94B-3E04-4AFA-85D5-EEDA35D10F97}">
      <dgm:prSet/>
      <dgm:spPr/>
      <dgm:t>
        <a:bodyPr/>
        <a:lstStyle/>
        <a:p>
          <a:endParaRPr lang="en-US"/>
        </a:p>
      </dgm:t>
    </dgm:pt>
    <dgm:pt modelId="{78A49725-72D3-4A08-ABD6-EDB33A19CA04}" type="pres">
      <dgm:prSet presAssocID="{FA0AC33F-E4C5-4760-84F7-539AF5824FBE}" presName="linear" presStyleCnt="0">
        <dgm:presLayoutVars>
          <dgm:dir/>
          <dgm:animLvl val="lvl"/>
          <dgm:resizeHandles val="exact"/>
        </dgm:presLayoutVars>
      </dgm:prSet>
      <dgm:spPr/>
    </dgm:pt>
    <dgm:pt modelId="{ACED2F13-BA4A-4D7A-AE51-5F4232C6CC94}" type="pres">
      <dgm:prSet presAssocID="{28DCEC31-91BE-426D-8B1D-5B015488AECD}" presName="parentLin" presStyleCnt="0"/>
      <dgm:spPr/>
    </dgm:pt>
    <dgm:pt modelId="{D0CF7B23-6177-48FD-8AF0-0A66B4AD2B15}" type="pres">
      <dgm:prSet presAssocID="{28DCEC31-91BE-426D-8B1D-5B015488AECD}" presName="parentLeftMargin" presStyleLbl="node1" presStyleIdx="0" presStyleCnt="4"/>
      <dgm:spPr/>
    </dgm:pt>
    <dgm:pt modelId="{D83D113D-39F6-49C1-BC84-4342AD6F4F6B}" type="pres">
      <dgm:prSet presAssocID="{28DCEC31-91BE-426D-8B1D-5B015488AE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2179B4-C49D-4881-935D-6CEE209930C1}" type="pres">
      <dgm:prSet presAssocID="{28DCEC31-91BE-426D-8B1D-5B015488AECD}" presName="negativeSpace" presStyleCnt="0"/>
      <dgm:spPr/>
    </dgm:pt>
    <dgm:pt modelId="{04810304-B6DE-4305-ADD0-1945632C3166}" type="pres">
      <dgm:prSet presAssocID="{28DCEC31-91BE-426D-8B1D-5B015488AECD}" presName="childText" presStyleLbl="conFgAcc1" presStyleIdx="0" presStyleCnt="4">
        <dgm:presLayoutVars>
          <dgm:bulletEnabled val="1"/>
        </dgm:presLayoutVars>
      </dgm:prSet>
      <dgm:spPr/>
    </dgm:pt>
    <dgm:pt modelId="{485C343C-30D0-4718-9D1A-96E2D9924010}" type="pres">
      <dgm:prSet presAssocID="{10E8260C-1907-41D4-881F-6A0EA43933E4}" presName="spaceBetweenRectangles" presStyleCnt="0"/>
      <dgm:spPr/>
    </dgm:pt>
    <dgm:pt modelId="{52EA11B9-2030-4A00-AE27-5563C143D350}" type="pres">
      <dgm:prSet presAssocID="{CA7BB1DF-B838-4B8A-812D-E96F79B07315}" presName="parentLin" presStyleCnt="0"/>
      <dgm:spPr/>
    </dgm:pt>
    <dgm:pt modelId="{0393D468-0255-4467-AC33-3541A35F27C9}" type="pres">
      <dgm:prSet presAssocID="{CA7BB1DF-B838-4B8A-812D-E96F79B07315}" presName="parentLeftMargin" presStyleLbl="node1" presStyleIdx="0" presStyleCnt="4"/>
      <dgm:spPr/>
    </dgm:pt>
    <dgm:pt modelId="{BC3AA75D-5BEA-49AA-AA24-9A46E390E8E3}" type="pres">
      <dgm:prSet presAssocID="{CA7BB1DF-B838-4B8A-812D-E96F79B073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91C1EC-7BA6-49E8-AD94-E841F9F7326C}" type="pres">
      <dgm:prSet presAssocID="{CA7BB1DF-B838-4B8A-812D-E96F79B07315}" presName="negativeSpace" presStyleCnt="0"/>
      <dgm:spPr/>
    </dgm:pt>
    <dgm:pt modelId="{9966E915-9CF3-4A5F-A0B4-59B09E50845C}" type="pres">
      <dgm:prSet presAssocID="{CA7BB1DF-B838-4B8A-812D-E96F79B07315}" presName="childText" presStyleLbl="conFgAcc1" presStyleIdx="1" presStyleCnt="4">
        <dgm:presLayoutVars>
          <dgm:bulletEnabled val="1"/>
        </dgm:presLayoutVars>
      </dgm:prSet>
      <dgm:spPr/>
    </dgm:pt>
    <dgm:pt modelId="{10B343B3-FEB7-45B7-91E4-0EBC3BC6A514}" type="pres">
      <dgm:prSet presAssocID="{046CC541-2777-4DBD-B238-162E4D0904F8}" presName="spaceBetweenRectangles" presStyleCnt="0"/>
      <dgm:spPr/>
    </dgm:pt>
    <dgm:pt modelId="{576AAAB2-A242-459B-A134-157E9DA3245A}" type="pres">
      <dgm:prSet presAssocID="{A27BEB33-951A-4DBA-9105-2AE0A5DAC27C}" presName="parentLin" presStyleCnt="0"/>
      <dgm:spPr/>
    </dgm:pt>
    <dgm:pt modelId="{0688DF3B-EE34-443A-BA78-69169789BA3F}" type="pres">
      <dgm:prSet presAssocID="{A27BEB33-951A-4DBA-9105-2AE0A5DAC27C}" presName="parentLeftMargin" presStyleLbl="node1" presStyleIdx="1" presStyleCnt="4"/>
      <dgm:spPr/>
    </dgm:pt>
    <dgm:pt modelId="{DEC45F6C-1D96-4B9B-B871-6F9D91C3629F}" type="pres">
      <dgm:prSet presAssocID="{A27BEB33-951A-4DBA-9105-2AE0A5DAC2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6F6E60-D728-4E94-9C3D-27DB9B5A4526}" type="pres">
      <dgm:prSet presAssocID="{A27BEB33-951A-4DBA-9105-2AE0A5DAC27C}" presName="negativeSpace" presStyleCnt="0"/>
      <dgm:spPr/>
    </dgm:pt>
    <dgm:pt modelId="{BEA5A4A3-11A5-4DC2-8F17-CA4899A49343}" type="pres">
      <dgm:prSet presAssocID="{A27BEB33-951A-4DBA-9105-2AE0A5DAC27C}" presName="childText" presStyleLbl="conFgAcc1" presStyleIdx="2" presStyleCnt="4">
        <dgm:presLayoutVars>
          <dgm:bulletEnabled val="1"/>
        </dgm:presLayoutVars>
      </dgm:prSet>
      <dgm:spPr/>
    </dgm:pt>
    <dgm:pt modelId="{B283CA8A-B932-4E62-A8F7-FA3365AB24EE}" type="pres">
      <dgm:prSet presAssocID="{19C67930-4FF4-42EE-BFB6-A99731E56F4E}" presName="spaceBetweenRectangles" presStyleCnt="0"/>
      <dgm:spPr/>
    </dgm:pt>
    <dgm:pt modelId="{21B0029A-4CE1-4E74-A27C-3D7EFE92F053}" type="pres">
      <dgm:prSet presAssocID="{26555B87-E2A6-4162-B0B0-BC933B65E6F3}" presName="parentLin" presStyleCnt="0"/>
      <dgm:spPr/>
    </dgm:pt>
    <dgm:pt modelId="{D0423665-2F28-4EEF-943D-F83080187547}" type="pres">
      <dgm:prSet presAssocID="{26555B87-E2A6-4162-B0B0-BC933B65E6F3}" presName="parentLeftMargin" presStyleLbl="node1" presStyleIdx="2" presStyleCnt="4"/>
      <dgm:spPr/>
    </dgm:pt>
    <dgm:pt modelId="{5793763B-FD45-48F9-9685-B234348C2C8A}" type="pres">
      <dgm:prSet presAssocID="{26555B87-E2A6-4162-B0B0-BC933B65E6F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EDD45E4-2B8D-4286-AA74-B07F2DCF4D10}" type="pres">
      <dgm:prSet presAssocID="{26555B87-E2A6-4162-B0B0-BC933B65E6F3}" presName="negativeSpace" presStyleCnt="0"/>
      <dgm:spPr/>
    </dgm:pt>
    <dgm:pt modelId="{8CF01C24-CA1D-4794-8963-09F08BCC5A12}" type="pres">
      <dgm:prSet presAssocID="{26555B87-E2A6-4162-B0B0-BC933B65E6F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0056B31-05E3-4D1F-AFF5-09630CFB81B4}" type="presOf" srcId="{FA0AC33F-E4C5-4760-84F7-539AF5824FBE}" destId="{78A49725-72D3-4A08-ABD6-EDB33A19CA04}" srcOrd="0" destOrd="0" presId="urn:microsoft.com/office/officeart/2005/8/layout/list1"/>
    <dgm:cxn modelId="{83B62C49-1FD0-4ADB-A5E8-536F14935B6E}" type="presOf" srcId="{28DCEC31-91BE-426D-8B1D-5B015488AECD}" destId="{D0CF7B23-6177-48FD-8AF0-0A66B4AD2B15}" srcOrd="0" destOrd="0" presId="urn:microsoft.com/office/officeart/2005/8/layout/list1"/>
    <dgm:cxn modelId="{5DD0A24B-40DC-481D-AB15-B8F2762601E6}" type="presOf" srcId="{A27BEB33-951A-4DBA-9105-2AE0A5DAC27C}" destId="{0688DF3B-EE34-443A-BA78-69169789BA3F}" srcOrd="0" destOrd="0" presId="urn:microsoft.com/office/officeart/2005/8/layout/list1"/>
    <dgm:cxn modelId="{9988E94B-3E04-4AFA-85D5-EEDA35D10F97}" srcId="{FA0AC33F-E4C5-4760-84F7-539AF5824FBE}" destId="{26555B87-E2A6-4162-B0B0-BC933B65E6F3}" srcOrd="3" destOrd="0" parTransId="{500C8194-6E4A-49C4-8CFE-7CC4810E041B}" sibTransId="{CBE3DC31-7FC8-44F7-9003-2B068DAD5456}"/>
    <dgm:cxn modelId="{075D7552-27CB-4C29-A3C5-43A4E2E26648}" type="presOf" srcId="{26555B87-E2A6-4162-B0B0-BC933B65E6F3}" destId="{D0423665-2F28-4EEF-943D-F83080187547}" srcOrd="0" destOrd="0" presId="urn:microsoft.com/office/officeart/2005/8/layout/list1"/>
    <dgm:cxn modelId="{C1290F7B-9A09-438F-9981-41D6986002DD}" type="presOf" srcId="{CA7BB1DF-B838-4B8A-812D-E96F79B07315}" destId="{0393D468-0255-4467-AC33-3541A35F27C9}" srcOrd="0" destOrd="0" presId="urn:microsoft.com/office/officeart/2005/8/layout/list1"/>
    <dgm:cxn modelId="{68B96A7E-43BD-4659-9DE1-59AE2A94E37F}" type="presOf" srcId="{A27BEB33-951A-4DBA-9105-2AE0A5DAC27C}" destId="{DEC45F6C-1D96-4B9B-B871-6F9D91C3629F}" srcOrd="1" destOrd="0" presId="urn:microsoft.com/office/officeart/2005/8/layout/list1"/>
    <dgm:cxn modelId="{1B4A94A5-AE7B-4985-B3BD-6EA996E6CECB}" type="presOf" srcId="{28DCEC31-91BE-426D-8B1D-5B015488AECD}" destId="{D83D113D-39F6-49C1-BC84-4342AD6F4F6B}" srcOrd="1" destOrd="0" presId="urn:microsoft.com/office/officeart/2005/8/layout/list1"/>
    <dgm:cxn modelId="{3E3D97A8-CC6E-4A48-8EBF-396403964B31}" srcId="{FA0AC33F-E4C5-4760-84F7-539AF5824FBE}" destId="{A27BEB33-951A-4DBA-9105-2AE0A5DAC27C}" srcOrd="2" destOrd="0" parTransId="{1820C374-DB5D-457B-8C65-E92E1B58B173}" sibTransId="{19C67930-4FF4-42EE-BFB6-A99731E56F4E}"/>
    <dgm:cxn modelId="{910931DF-347B-4CFC-88DC-52C3C382C742}" type="presOf" srcId="{CA7BB1DF-B838-4B8A-812D-E96F79B07315}" destId="{BC3AA75D-5BEA-49AA-AA24-9A46E390E8E3}" srcOrd="1" destOrd="0" presId="urn:microsoft.com/office/officeart/2005/8/layout/list1"/>
    <dgm:cxn modelId="{E4D2CDF0-DCBE-416B-9DE4-BAA20D3E6A37}" srcId="{FA0AC33F-E4C5-4760-84F7-539AF5824FBE}" destId="{CA7BB1DF-B838-4B8A-812D-E96F79B07315}" srcOrd="1" destOrd="0" parTransId="{A2ECC04D-2258-4E2C-9DF8-082D00E26EC7}" sibTransId="{046CC541-2777-4DBD-B238-162E4D0904F8}"/>
    <dgm:cxn modelId="{EA8F42F5-4410-4D20-BE97-8E18910F0E30}" srcId="{FA0AC33F-E4C5-4760-84F7-539AF5824FBE}" destId="{28DCEC31-91BE-426D-8B1D-5B015488AECD}" srcOrd="0" destOrd="0" parTransId="{99DC8C08-8605-4EA5-B21E-3EBD879ECE31}" sibTransId="{10E8260C-1907-41D4-881F-6A0EA43933E4}"/>
    <dgm:cxn modelId="{AF3499FC-505B-4769-9E00-67484D473FA9}" type="presOf" srcId="{26555B87-E2A6-4162-B0B0-BC933B65E6F3}" destId="{5793763B-FD45-48F9-9685-B234348C2C8A}" srcOrd="1" destOrd="0" presId="urn:microsoft.com/office/officeart/2005/8/layout/list1"/>
    <dgm:cxn modelId="{D04B91F1-B7DD-418B-B723-2D02DDBDD0F1}" type="presParOf" srcId="{78A49725-72D3-4A08-ABD6-EDB33A19CA04}" destId="{ACED2F13-BA4A-4D7A-AE51-5F4232C6CC94}" srcOrd="0" destOrd="0" presId="urn:microsoft.com/office/officeart/2005/8/layout/list1"/>
    <dgm:cxn modelId="{A3ECBDED-A1A0-4A73-AEE0-D71F7A1DBAD9}" type="presParOf" srcId="{ACED2F13-BA4A-4D7A-AE51-5F4232C6CC94}" destId="{D0CF7B23-6177-48FD-8AF0-0A66B4AD2B15}" srcOrd="0" destOrd="0" presId="urn:microsoft.com/office/officeart/2005/8/layout/list1"/>
    <dgm:cxn modelId="{D3DF2BFD-5D39-47EB-99AA-3B3C6174572B}" type="presParOf" srcId="{ACED2F13-BA4A-4D7A-AE51-5F4232C6CC94}" destId="{D83D113D-39F6-49C1-BC84-4342AD6F4F6B}" srcOrd="1" destOrd="0" presId="urn:microsoft.com/office/officeart/2005/8/layout/list1"/>
    <dgm:cxn modelId="{839FF91C-EA3B-4DFB-A471-9386BCE74FB3}" type="presParOf" srcId="{78A49725-72D3-4A08-ABD6-EDB33A19CA04}" destId="{4C2179B4-C49D-4881-935D-6CEE209930C1}" srcOrd="1" destOrd="0" presId="urn:microsoft.com/office/officeart/2005/8/layout/list1"/>
    <dgm:cxn modelId="{ACBB0B1C-94BC-4A3C-8878-B479E919288E}" type="presParOf" srcId="{78A49725-72D3-4A08-ABD6-EDB33A19CA04}" destId="{04810304-B6DE-4305-ADD0-1945632C3166}" srcOrd="2" destOrd="0" presId="urn:microsoft.com/office/officeart/2005/8/layout/list1"/>
    <dgm:cxn modelId="{9D1CA8DA-76FF-4721-A421-1C27CA36F81E}" type="presParOf" srcId="{78A49725-72D3-4A08-ABD6-EDB33A19CA04}" destId="{485C343C-30D0-4718-9D1A-96E2D9924010}" srcOrd="3" destOrd="0" presId="urn:microsoft.com/office/officeart/2005/8/layout/list1"/>
    <dgm:cxn modelId="{66BF9100-9F1A-4130-805B-1ACAE229A829}" type="presParOf" srcId="{78A49725-72D3-4A08-ABD6-EDB33A19CA04}" destId="{52EA11B9-2030-4A00-AE27-5563C143D350}" srcOrd="4" destOrd="0" presId="urn:microsoft.com/office/officeart/2005/8/layout/list1"/>
    <dgm:cxn modelId="{1E015AE4-06D2-45B0-A07D-C6B3E03AC95C}" type="presParOf" srcId="{52EA11B9-2030-4A00-AE27-5563C143D350}" destId="{0393D468-0255-4467-AC33-3541A35F27C9}" srcOrd="0" destOrd="0" presId="urn:microsoft.com/office/officeart/2005/8/layout/list1"/>
    <dgm:cxn modelId="{E3A1FAD1-8E04-4DC5-B876-81DFE1689332}" type="presParOf" srcId="{52EA11B9-2030-4A00-AE27-5563C143D350}" destId="{BC3AA75D-5BEA-49AA-AA24-9A46E390E8E3}" srcOrd="1" destOrd="0" presId="urn:microsoft.com/office/officeart/2005/8/layout/list1"/>
    <dgm:cxn modelId="{51461D85-05EB-4AEB-A58D-128D6ECCD4DB}" type="presParOf" srcId="{78A49725-72D3-4A08-ABD6-EDB33A19CA04}" destId="{6591C1EC-7BA6-49E8-AD94-E841F9F7326C}" srcOrd="5" destOrd="0" presId="urn:microsoft.com/office/officeart/2005/8/layout/list1"/>
    <dgm:cxn modelId="{06765BF2-54F4-4A2B-8FAA-BF5C415CDBE3}" type="presParOf" srcId="{78A49725-72D3-4A08-ABD6-EDB33A19CA04}" destId="{9966E915-9CF3-4A5F-A0B4-59B09E50845C}" srcOrd="6" destOrd="0" presId="urn:microsoft.com/office/officeart/2005/8/layout/list1"/>
    <dgm:cxn modelId="{72E5E2FD-5FD6-47B4-991B-E73675D8538C}" type="presParOf" srcId="{78A49725-72D3-4A08-ABD6-EDB33A19CA04}" destId="{10B343B3-FEB7-45B7-91E4-0EBC3BC6A514}" srcOrd="7" destOrd="0" presId="urn:microsoft.com/office/officeart/2005/8/layout/list1"/>
    <dgm:cxn modelId="{AABC5B52-49B5-42BC-8B11-870501D4F649}" type="presParOf" srcId="{78A49725-72D3-4A08-ABD6-EDB33A19CA04}" destId="{576AAAB2-A242-459B-A134-157E9DA3245A}" srcOrd="8" destOrd="0" presId="urn:microsoft.com/office/officeart/2005/8/layout/list1"/>
    <dgm:cxn modelId="{B934D82D-504D-4589-A81D-3ED1F1D1DFD4}" type="presParOf" srcId="{576AAAB2-A242-459B-A134-157E9DA3245A}" destId="{0688DF3B-EE34-443A-BA78-69169789BA3F}" srcOrd="0" destOrd="0" presId="urn:microsoft.com/office/officeart/2005/8/layout/list1"/>
    <dgm:cxn modelId="{9FE36E63-101A-464C-9C0C-14F1220104CA}" type="presParOf" srcId="{576AAAB2-A242-459B-A134-157E9DA3245A}" destId="{DEC45F6C-1D96-4B9B-B871-6F9D91C3629F}" srcOrd="1" destOrd="0" presId="urn:microsoft.com/office/officeart/2005/8/layout/list1"/>
    <dgm:cxn modelId="{4C6C88BE-9550-4119-9E6D-FD176F8502A7}" type="presParOf" srcId="{78A49725-72D3-4A08-ABD6-EDB33A19CA04}" destId="{AD6F6E60-D728-4E94-9C3D-27DB9B5A4526}" srcOrd="9" destOrd="0" presId="urn:microsoft.com/office/officeart/2005/8/layout/list1"/>
    <dgm:cxn modelId="{CED75D10-6D7D-4FB0-987E-8A171B4DF3BF}" type="presParOf" srcId="{78A49725-72D3-4A08-ABD6-EDB33A19CA04}" destId="{BEA5A4A3-11A5-4DC2-8F17-CA4899A49343}" srcOrd="10" destOrd="0" presId="urn:microsoft.com/office/officeart/2005/8/layout/list1"/>
    <dgm:cxn modelId="{E257F17C-91B8-4470-8537-41849F5602DE}" type="presParOf" srcId="{78A49725-72D3-4A08-ABD6-EDB33A19CA04}" destId="{B283CA8A-B932-4E62-A8F7-FA3365AB24EE}" srcOrd="11" destOrd="0" presId="urn:microsoft.com/office/officeart/2005/8/layout/list1"/>
    <dgm:cxn modelId="{30474EFD-0A34-4643-91F1-4B9F7D208C99}" type="presParOf" srcId="{78A49725-72D3-4A08-ABD6-EDB33A19CA04}" destId="{21B0029A-4CE1-4E74-A27C-3D7EFE92F053}" srcOrd="12" destOrd="0" presId="urn:microsoft.com/office/officeart/2005/8/layout/list1"/>
    <dgm:cxn modelId="{3DDDD6F0-FBE9-4393-8C4F-1506BCD7840A}" type="presParOf" srcId="{21B0029A-4CE1-4E74-A27C-3D7EFE92F053}" destId="{D0423665-2F28-4EEF-943D-F83080187547}" srcOrd="0" destOrd="0" presId="urn:microsoft.com/office/officeart/2005/8/layout/list1"/>
    <dgm:cxn modelId="{4221EEC9-0F27-424D-8133-8F655D96382B}" type="presParOf" srcId="{21B0029A-4CE1-4E74-A27C-3D7EFE92F053}" destId="{5793763B-FD45-48F9-9685-B234348C2C8A}" srcOrd="1" destOrd="0" presId="urn:microsoft.com/office/officeart/2005/8/layout/list1"/>
    <dgm:cxn modelId="{2A8B7952-E0A9-4EDE-AE99-D20D8E955871}" type="presParOf" srcId="{78A49725-72D3-4A08-ABD6-EDB33A19CA04}" destId="{4EDD45E4-2B8D-4286-AA74-B07F2DCF4D10}" srcOrd="13" destOrd="0" presId="urn:microsoft.com/office/officeart/2005/8/layout/list1"/>
    <dgm:cxn modelId="{94D8B8EC-A392-49E8-9649-AF9585E90FF0}" type="presParOf" srcId="{78A49725-72D3-4A08-ABD6-EDB33A19CA04}" destId="{8CF01C24-CA1D-4794-8963-09F08BCC5A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1330CE-7B70-4002-9C02-4824CFD7574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A72D1B-BC5D-4785-BBBE-72E79795E97C}">
      <dgm:prSet/>
      <dgm:spPr/>
      <dgm:t>
        <a:bodyPr/>
        <a:lstStyle/>
        <a:p>
          <a:pPr>
            <a:defRPr cap="all"/>
          </a:pPr>
          <a:r>
            <a:rPr lang="en-US" dirty="0"/>
            <a:t>One phone call, </a:t>
          </a:r>
        </a:p>
        <a:p>
          <a:pPr>
            <a:defRPr cap="all"/>
          </a:pPr>
          <a:r>
            <a:rPr lang="en-US" dirty="0"/>
            <a:t>no internet</a:t>
          </a:r>
        </a:p>
      </dgm:t>
    </dgm:pt>
    <dgm:pt modelId="{135F9144-E539-4AB0-BCD1-9E85BCA865BF}" type="parTrans" cxnId="{0FF06A6E-5595-42E1-B333-08FD85AACC59}">
      <dgm:prSet/>
      <dgm:spPr/>
      <dgm:t>
        <a:bodyPr/>
        <a:lstStyle/>
        <a:p>
          <a:endParaRPr lang="en-US"/>
        </a:p>
      </dgm:t>
    </dgm:pt>
    <dgm:pt modelId="{5EFEDA5A-1BBA-4D8B-8C90-74D050744C79}" type="sibTrans" cxnId="{0FF06A6E-5595-42E1-B333-08FD85AACC59}">
      <dgm:prSet/>
      <dgm:spPr/>
      <dgm:t>
        <a:bodyPr/>
        <a:lstStyle/>
        <a:p>
          <a:endParaRPr lang="en-US"/>
        </a:p>
      </dgm:t>
    </dgm:pt>
    <dgm:pt modelId="{D88EA5C3-6722-49BA-9F2C-B4747E6526C9}">
      <dgm:prSet/>
      <dgm:spPr/>
      <dgm:t>
        <a:bodyPr/>
        <a:lstStyle/>
        <a:p>
          <a:pPr>
            <a:defRPr cap="all"/>
          </a:pPr>
          <a:r>
            <a:rPr lang="en-US"/>
            <a:t>Natural speech commands</a:t>
          </a:r>
        </a:p>
      </dgm:t>
    </dgm:pt>
    <dgm:pt modelId="{2D489F33-6F02-49CD-AC10-11C8888C3C1F}" type="parTrans" cxnId="{A3E61DEE-3973-468C-87C2-E10DFD98DEC6}">
      <dgm:prSet/>
      <dgm:spPr/>
      <dgm:t>
        <a:bodyPr/>
        <a:lstStyle/>
        <a:p>
          <a:endParaRPr lang="en-US"/>
        </a:p>
      </dgm:t>
    </dgm:pt>
    <dgm:pt modelId="{8AE76441-9537-4388-8BF2-0C593E4455FD}" type="sibTrans" cxnId="{A3E61DEE-3973-468C-87C2-E10DFD98DEC6}">
      <dgm:prSet/>
      <dgm:spPr/>
      <dgm:t>
        <a:bodyPr/>
        <a:lstStyle/>
        <a:p>
          <a:endParaRPr lang="en-US"/>
        </a:p>
      </dgm:t>
    </dgm:pt>
    <dgm:pt modelId="{58FEC9DE-0489-4ED1-91F2-249BFDA331B4}">
      <dgm:prSet/>
      <dgm:spPr/>
      <dgm:t>
        <a:bodyPr/>
        <a:lstStyle/>
        <a:p>
          <a:pPr>
            <a:defRPr cap="all"/>
          </a:pPr>
          <a:r>
            <a:rPr lang="en-US" dirty="0"/>
            <a:t>No app, </a:t>
          </a:r>
        </a:p>
        <a:p>
          <a:pPr>
            <a:defRPr cap="all"/>
          </a:pPr>
          <a:r>
            <a:rPr lang="en-US" dirty="0"/>
            <a:t>no reading</a:t>
          </a:r>
        </a:p>
      </dgm:t>
    </dgm:pt>
    <dgm:pt modelId="{B174BFBF-42D3-49C0-90AC-7A22DA428BF8}" type="parTrans" cxnId="{31E1F2F3-5D58-44C7-B392-200834380343}">
      <dgm:prSet/>
      <dgm:spPr/>
      <dgm:t>
        <a:bodyPr/>
        <a:lstStyle/>
        <a:p>
          <a:endParaRPr lang="en-US"/>
        </a:p>
      </dgm:t>
    </dgm:pt>
    <dgm:pt modelId="{CE562300-6887-4F4F-B92C-1CB983B8754C}" type="sibTrans" cxnId="{31E1F2F3-5D58-44C7-B392-200834380343}">
      <dgm:prSet/>
      <dgm:spPr/>
      <dgm:t>
        <a:bodyPr/>
        <a:lstStyle/>
        <a:p>
          <a:endParaRPr lang="en-US"/>
        </a:p>
      </dgm:t>
    </dgm:pt>
    <dgm:pt modelId="{B5579498-58B7-423D-AC6A-838D8E9BF6F1}">
      <dgm:prSet/>
      <dgm:spPr/>
      <dgm:t>
        <a:bodyPr/>
        <a:lstStyle/>
        <a:p>
          <a:pPr>
            <a:defRPr cap="all"/>
          </a:pPr>
          <a:r>
            <a:rPr lang="en-US"/>
            <a:t>Send money + check balance</a:t>
          </a:r>
        </a:p>
      </dgm:t>
    </dgm:pt>
    <dgm:pt modelId="{EBE3A083-C085-4C9D-9123-168F09CC4FD1}" type="parTrans" cxnId="{1A89B3B3-3928-49D6-A43A-A5B9B82F0359}">
      <dgm:prSet/>
      <dgm:spPr/>
      <dgm:t>
        <a:bodyPr/>
        <a:lstStyle/>
        <a:p>
          <a:endParaRPr lang="en-US"/>
        </a:p>
      </dgm:t>
    </dgm:pt>
    <dgm:pt modelId="{4EA861A9-C11E-4C97-9939-58F2D347D14D}" type="sibTrans" cxnId="{1A89B3B3-3928-49D6-A43A-A5B9B82F0359}">
      <dgm:prSet/>
      <dgm:spPr/>
      <dgm:t>
        <a:bodyPr/>
        <a:lstStyle/>
        <a:p>
          <a:endParaRPr lang="en-US"/>
        </a:p>
      </dgm:t>
    </dgm:pt>
    <dgm:pt modelId="{65D45CC1-D7AD-400C-89B9-12894F285CBB}" type="pres">
      <dgm:prSet presAssocID="{F11330CE-7B70-4002-9C02-4824CFD75743}" presName="root" presStyleCnt="0">
        <dgm:presLayoutVars>
          <dgm:dir/>
          <dgm:resizeHandles val="exact"/>
        </dgm:presLayoutVars>
      </dgm:prSet>
      <dgm:spPr/>
    </dgm:pt>
    <dgm:pt modelId="{88DED9F0-9205-4911-9E41-39A7DE4F0588}" type="pres">
      <dgm:prSet presAssocID="{D2A72D1B-BC5D-4785-BBBE-72E79795E97C}" presName="compNode" presStyleCnt="0"/>
      <dgm:spPr/>
    </dgm:pt>
    <dgm:pt modelId="{F1FC8C29-3ED8-414F-9F3A-25671979EF02}" type="pres">
      <dgm:prSet presAssocID="{D2A72D1B-BC5D-4785-BBBE-72E79795E97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A906C1D-D3E8-4D4F-A697-D581E2BFC090}" type="pres">
      <dgm:prSet presAssocID="{D2A72D1B-BC5D-4785-BBBE-72E79795E97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717EB45-8250-4DF0-944B-A7F72A81610F}" type="pres">
      <dgm:prSet presAssocID="{D2A72D1B-BC5D-4785-BBBE-72E79795E97C}" presName="spaceRect" presStyleCnt="0"/>
      <dgm:spPr/>
    </dgm:pt>
    <dgm:pt modelId="{94C8BC89-DECE-4CC3-9016-E5E163BD9B34}" type="pres">
      <dgm:prSet presAssocID="{D2A72D1B-BC5D-4785-BBBE-72E79795E97C}" presName="textRect" presStyleLbl="revTx" presStyleIdx="0" presStyleCnt="4">
        <dgm:presLayoutVars>
          <dgm:chMax val="1"/>
          <dgm:chPref val="1"/>
        </dgm:presLayoutVars>
      </dgm:prSet>
      <dgm:spPr/>
    </dgm:pt>
    <dgm:pt modelId="{6447ECD1-4390-4558-9B0D-765D8DB8DADD}" type="pres">
      <dgm:prSet presAssocID="{5EFEDA5A-1BBA-4D8B-8C90-74D050744C79}" presName="sibTrans" presStyleCnt="0"/>
      <dgm:spPr/>
    </dgm:pt>
    <dgm:pt modelId="{7790A3F1-394B-420A-88E6-EBEB938B6FDB}" type="pres">
      <dgm:prSet presAssocID="{D88EA5C3-6722-49BA-9F2C-B4747E6526C9}" presName="compNode" presStyleCnt="0"/>
      <dgm:spPr/>
    </dgm:pt>
    <dgm:pt modelId="{E5304900-83CB-478C-8F39-D593374AC7C3}" type="pres">
      <dgm:prSet presAssocID="{D88EA5C3-6722-49BA-9F2C-B4747E6526C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B429541-9AE1-4FAD-A805-0D287F7B7AD4}" type="pres">
      <dgm:prSet presAssocID="{D88EA5C3-6722-49BA-9F2C-B4747E6526C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F84C7102-8053-430C-871E-B5ED9EDBDEFE}" type="pres">
      <dgm:prSet presAssocID="{D88EA5C3-6722-49BA-9F2C-B4747E6526C9}" presName="spaceRect" presStyleCnt="0"/>
      <dgm:spPr/>
    </dgm:pt>
    <dgm:pt modelId="{FEAE30A4-45B7-4D45-81DA-FD872CC2813F}" type="pres">
      <dgm:prSet presAssocID="{D88EA5C3-6722-49BA-9F2C-B4747E6526C9}" presName="textRect" presStyleLbl="revTx" presStyleIdx="1" presStyleCnt="4">
        <dgm:presLayoutVars>
          <dgm:chMax val="1"/>
          <dgm:chPref val="1"/>
        </dgm:presLayoutVars>
      </dgm:prSet>
      <dgm:spPr/>
    </dgm:pt>
    <dgm:pt modelId="{775B483A-2129-4CE6-8DA3-3B28763C4F56}" type="pres">
      <dgm:prSet presAssocID="{8AE76441-9537-4388-8BF2-0C593E4455FD}" presName="sibTrans" presStyleCnt="0"/>
      <dgm:spPr/>
    </dgm:pt>
    <dgm:pt modelId="{5087841E-54A9-4D55-9D3A-CE9FB1F771AA}" type="pres">
      <dgm:prSet presAssocID="{58FEC9DE-0489-4ED1-91F2-249BFDA331B4}" presName="compNode" presStyleCnt="0"/>
      <dgm:spPr/>
    </dgm:pt>
    <dgm:pt modelId="{115D874C-CEF7-4C8F-9594-3ACE3EA5BD61}" type="pres">
      <dgm:prSet presAssocID="{58FEC9DE-0489-4ED1-91F2-249BFDA331B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6B6275B-1B62-4D62-9318-922DE36D8247}" type="pres">
      <dgm:prSet presAssocID="{58FEC9DE-0489-4ED1-91F2-249BFDA331B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0AF708B6-0F7C-4264-A810-E7080BF71F7E}" type="pres">
      <dgm:prSet presAssocID="{58FEC9DE-0489-4ED1-91F2-249BFDA331B4}" presName="spaceRect" presStyleCnt="0"/>
      <dgm:spPr/>
    </dgm:pt>
    <dgm:pt modelId="{12EF2BCA-9027-420A-A810-4B53FF417884}" type="pres">
      <dgm:prSet presAssocID="{58FEC9DE-0489-4ED1-91F2-249BFDA331B4}" presName="textRect" presStyleLbl="revTx" presStyleIdx="2" presStyleCnt="4">
        <dgm:presLayoutVars>
          <dgm:chMax val="1"/>
          <dgm:chPref val="1"/>
        </dgm:presLayoutVars>
      </dgm:prSet>
      <dgm:spPr/>
    </dgm:pt>
    <dgm:pt modelId="{B60D95C4-4759-4A03-9B8E-F3EB95D11552}" type="pres">
      <dgm:prSet presAssocID="{CE562300-6887-4F4F-B92C-1CB983B8754C}" presName="sibTrans" presStyleCnt="0"/>
      <dgm:spPr/>
    </dgm:pt>
    <dgm:pt modelId="{67E85B4D-444B-4FCC-A2BC-3E7371F5A59E}" type="pres">
      <dgm:prSet presAssocID="{B5579498-58B7-423D-AC6A-838D8E9BF6F1}" presName="compNode" presStyleCnt="0"/>
      <dgm:spPr/>
    </dgm:pt>
    <dgm:pt modelId="{DD42837C-3E63-4F57-A6BE-FFFA6AD9116E}" type="pres">
      <dgm:prSet presAssocID="{B5579498-58B7-423D-AC6A-838D8E9BF6F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62FEADA-BB71-4378-A5F5-2CD25D752D64}" type="pres">
      <dgm:prSet presAssocID="{B5579498-58B7-423D-AC6A-838D8E9BF6F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4149407-4D40-45E7-90DE-C9AA40F4D6EE}" type="pres">
      <dgm:prSet presAssocID="{B5579498-58B7-423D-AC6A-838D8E9BF6F1}" presName="spaceRect" presStyleCnt="0"/>
      <dgm:spPr/>
    </dgm:pt>
    <dgm:pt modelId="{C81D79F8-39EC-4EFC-B06D-78441C441D94}" type="pres">
      <dgm:prSet presAssocID="{B5579498-58B7-423D-AC6A-838D8E9BF6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F3271E-954D-4391-8608-4C7689D92F0E}" type="presOf" srcId="{D2A72D1B-BC5D-4785-BBBE-72E79795E97C}" destId="{94C8BC89-DECE-4CC3-9016-E5E163BD9B34}" srcOrd="0" destOrd="0" presId="urn:microsoft.com/office/officeart/2018/5/layout/IconLeafLabelList"/>
    <dgm:cxn modelId="{0FF06A6E-5595-42E1-B333-08FD85AACC59}" srcId="{F11330CE-7B70-4002-9C02-4824CFD75743}" destId="{D2A72D1B-BC5D-4785-BBBE-72E79795E97C}" srcOrd="0" destOrd="0" parTransId="{135F9144-E539-4AB0-BCD1-9E85BCA865BF}" sibTransId="{5EFEDA5A-1BBA-4D8B-8C90-74D050744C79}"/>
    <dgm:cxn modelId="{E0B2EA75-B486-425E-9A3F-43E040FAA014}" type="presOf" srcId="{58FEC9DE-0489-4ED1-91F2-249BFDA331B4}" destId="{12EF2BCA-9027-420A-A810-4B53FF417884}" srcOrd="0" destOrd="0" presId="urn:microsoft.com/office/officeart/2018/5/layout/IconLeafLabelList"/>
    <dgm:cxn modelId="{3B13F379-53AD-44D0-AA81-E52534B548B9}" type="presOf" srcId="{D88EA5C3-6722-49BA-9F2C-B4747E6526C9}" destId="{FEAE30A4-45B7-4D45-81DA-FD872CC2813F}" srcOrd="0" destOrd="0" presId="urn:microsoft.com/office/officeart/2018/5/layout/IconLeafLabelList"/>
    <dgm:cxn modelId="{E332D7A0-9DB3-4F95-B8DB-F6B141819D3F}" type="presOf" srcId="{B5579498-58B7-423D-AC6A-838D8E9BF6F1}" destId="{C81D79F8-39EC-4EFC-B06D-78441C441D94}" srcOrd="0" destOrd="0" presId="urn:microsoft.com/office/officeart/2018/5/layout/IconLeafLabelList"/>
    <dgm:cxn modelId="{1A89B3B3-3928-49D6-A43A-A5B9B82F0359}" srcId="{F11330CE-7B70-4002-9C02-4824CFD75743}" destId="{B5579498-58B7-423D-AC6A-838D8E9BF6F1}" srcOrd="3" destOrd="0" parTransId="{EBE3A083-C085-4C9D-9123-168F09CC4FD1}" sibTransId="{4EA861A9-C11E-4C97-9939-58F2D347D14D}"/>
    <dgm:cxn modelId="{BB87D7D1-0823-4F07-B8C3-EE47598C7B4C}" type="presOf" srcId="{F11330CE-7B70-4002-9C02-4824CFD75743}" destId="{65D45CC1-D7AD-400C-89B9-12894F285CBB}" srcOrd="0" destOrd="0" presId="urn:microsoft.com/office/officeart/2018/5/layout/IconLeafLabelList"/>
    <dgm:cxn modelId="{A3E61DEE-3973-468C-87C2-E10DFD98DEC6}" srcId="{F11330CE-7B70-4002-9C02-4824CFD75743}" destId="{D88EA5C3-6722-49BA-9F2C-B4747E6526C9}" srcOrd="1" destOrd="0" parTransId="{2D489F33-6F02-49CD-AC10-11C8888C3C1F}" sibTransId="{8AE76441-9537-4388-8BF2-0C593E4455FD}"/>
    <dgm:cxn modelId="{31E1F2F3-5D58-44C7-B392-200834380343}" srcId="{F11330CE-7B70-4002-9C02-4824CFD75743}" destId="{58FEC9DE-0489-4ED1-91F2-249BFDA331B4}" srcOrd="2" destOrd="0" parTransId="{B174BFBF-42D3-49C0-90AC-7A22DA428BF8}" sibTransId="{CE562300-6887-4F4F-B92C-1CB983B8754C}"/>
    <dgm:cxn modelId="{7B14CE13-1FC1-4E30-B35A-EA65BCBC4170}" type="presParOf" srcId="{65D45CC1-D7AD-400C-89B9-12894F285CBB}" destId="{88DED9F0-9205-4911-9E41-39A7DE4F0588}" srcOrd="0" destOrd="0" presId="urn:microsoft.com/office/officeart/2018/5/layout/IconLeafLabelList"/>
    <dgm:cxn modelId="{25C1471F-9118-4DEA-847B-088A8AA7FD68}" type="presParOf" srcId="{88DED9F0-9205-4911-9E41-39A7DE4F0588}" destId="{F1FC8C29-3ED8-414F-9F3A-25671979EF02}" srcOrd="0" destOrd="0" presId="urn:microsoft.com/office/officeart/2018/5/layout/IconLeafLabelList"/>
    <dgm:cxn modelId="{9D519167-60AB-4C5F-814A-B8F0C29017BE}" type="presParOf" srcId="{88DED9F0-9205-4911-9E41-39A7DE4F0588}" destId="{AA906C1D-D3E8-4D4F-A697-D581E2BFC090}" srcOrd="1" destOrd="0" presId="urn:microsoft.com/office/officeart/2018/5/layout/IconLeafLabelList"/>
    <dgm:cxn modelId="{E31DC28B-8E25-4882-B07E-3D9C3958589A}" type="presParOf" srcId="{88DED9F0-9205-4911-9E41-39A7DE4F0588}" destId="{C717EB45-8250-4DF0-944B-A7F72A81610F}" srcOrd="2" destOrd="0" presId="urn:microsoft.com/office/officeart/2018/5/layout/IconLeafLabelList"/>
    <dgm:cxn modelId="{26C02013-A005-428A-B9F7-002679A96929}" type="presParOf" srcId="{88DED9F0-9205-4911-9E41-39A7DE4F0588}" destId="{94C8BC89-DECE-4CC3-9016-E5E163BD9B34}" srcOrd="3" destOrd="0" presId="urn:microsoft.com/office/officeart/2018/5/layout/IconLeafLabelList"/>
    <dgm:cxn modelId="{5EA34F12-5F89-43DC-9F80-B788F0949D9E}" type="presParOf" srcId="{65D45CC1-D7AD-400C-89B9-12894F285CBB}" destId="{6447ECD1-4390-4558-9B0D-765D8DB8DADD}" srcOrd="1" destOrd="0" presId="urn:microsoft.com/office/officeart/2018/5/layout/IconLeafLabelList"/>
    <dgm:cxn modelId="{335E6E96-897E-4C89-814F-03EA89F68483}" type="presParOf" srcId="{65D45CC1-D7AD-400C-89B9-12894F285CBB}" destId="{7790A3F1-394B-420A-88E6-EBEB938B6FDB}" srcOrd="2" destOrd="0" presId="urn:microsoft.com/office/officeart/2018/5/layout/IconLeafLabelList"/>
    <dgm:cxn modelId="{CD9D9634-7871-42DC-9FA4-BD282BBD754D}" type="presParOf" srcId="{7790A3F1-394B-420A-88E6-EBEB938B6FDB}" destId="{E5304900-83CB-478C-8F39-D593374AC7C3}" srcOrd="0" destOrd="0" presId="urn:microsoft.com/office/officeart/2018/5/layout/IconLeafLabelList"/>
    <dgm:cxn modelId="{574A57A0-E488-42AE-8ED6-6E1FC1F91AF2}" type="presParOf" srcId="{7790A3F1-394B-420A-88E6-EBEB938B6FDB}" destId="{5B429541-9AE1-4FAD-A805-0D287F7B7AD4}" srcOrd="1" destOrd="0" presId="urn:microsoft.com/office/officeart/2018/5/layout/IconLeafLabelList"/>
    <dgm:cxn modelId="{E8DBCC5E-50B9-46A9-9674-A9CB2D91DC29}" type="presParOf" srcId="{7790A3F1-394B-420A-88E6-EBEB938B6FDB}" destId="{F84C7102-8053-430C-871E-B5ED9EDBDEFE}" srcOrd="2" destOrd="0" presId="urn:microsoft.com/office/officeart/2018/5/layout/IconLeafLabelList"/>
    <dgm:cxn modelId="{ECB69CC0-35D0-4466-A452-A7461C56BD9C}" type="presParOf" srcId="{7790A3F1-394B-420A-88E6-EBEB938B6FDB}" destId="{FEAE30A4-45B7-4D45-81DA-FD872CC2813F}" srcOrd="3" destOrd="0" presId="urn:microsoft.com/office/officeart/2018/5/layout/IconLeafLabelList"/>
    <dgm:cxn modelId="{B4BF03E3-D970-4D83-81C4-89D28B1F7500}" type="presParOf" srcId="{65D45CC1-D7AD-400C-89B9-12894F285CBB}" destId="{775B483A-2129-4CE6-8DA3-3B28763C4F56}" srcOrd="3" destOrd="0" presId="urn:microsoft.com/office/officeart/2018/5/layout/IconLeafLabelList"/>
    <dgm:cxn modelId="{4F375CAE-87F9-4211-BDC3-59CC357F7009}" type="presParOf" srcId="{65D45CC1-D7AD-400C-89B9-12894F285CBB}" destId="{5087841E-54A9-4D55-9D3A-CE9FB1F771AA}" srcOrd="4" destOrd="0" presId="urn:microsoft.com/office/officeart/2018/5/layout/IconLeafLabelList"/>
    <dgm:cxn modelId="{250FEDA7-D58F-483E-9409-523CF04938D4}" type="presParOf" srcId="{5087841E-54A9-4D55-9D3A-CE9FB1F771AA}" destId="{115D874C-CEF7-4C8F-9594-3ACE3EA5BD61}" srcOrd="0" destOrd="0" presId="urn:microsoft.com/office/officeart/2018/5/layout/IconLeafLabelList"/>
    <dgm:cxn modelId="{947CAD83-DC06-4FA3-BCAC-00B0BE7B2554}" type="presParOf" srcId="{5087841E-54A9-4D55-9D3A-CE9FB1F771AA}" destId="{F6B6275B-1B62-4D62-9318-922DE36D8247}" srcOrd="1" destOrd="0" presId="urn:microsoft.com/office/officeart/2018/5/layout/IconLeafLabelList"/>
    <dgm:cxn modelId="{A36AC9DF-BE9C-4AB9-A879-1E8105CBE284}" type="presParOf" srcId="{5087841E-54A9-4D55-9D3A-CE9FB1F771AA}" destId="{0AF708B6-0F7C-4264-A810-E7080BF71F7E}" srcOrd="2" destOrd="0" presId="urn:microsoft.com/office/officeart/2018/5/layout/IconLeafLabelList"/>
    <dgm:cxn modelId="{E1A236F6-774C-4FCC-A7FE-4CFC47DE6349}" type="presParOf" srcId="{5087841E-54A9-4D55-9D3A-CE9FB1F771AA}" destId="{12EF2BCA-9027-420A-A810-4B53FF417884}" srcOrd="3" destOrd="0" presId="urn:microsoft.com/office/officeart/2018/5/layout/IconLeafLabelList"/>
    <dgm:cxn modelId="{54346767-E716-4623-B46A-3251C73CEFE5}" type="presParOf" srcId="{65D45CC1-D7AD-400C-89B9-12894F285CBB}" destId="{B60D95C4-4759-4A03-9B8E-F3EB95D11552}" srcOrd="5" destOrd="0" presId="urn:microsoft.com/office/officeart/2018/5/layout/IconLeafLabelList"/>
    <dgm:cxn modelId="{5E8C99E2-4695-4ADE-980F-22BAFE6B57C6}" type="presParOf" srcId="{65D45CC1-D7AD-400C-89B9-12894F285CBB}" destId="{67E85B4D-444B-4FCC-A2BC-3E7371F5A59E}" srcOrd="6" destOrd="0" presId="urn:microsoft.com/office/officeart/2018/5/layout/IconLeafLabelList"/>
    <dgm:cxn modelId="{89863A99-0A26-45D9-A9E0-C6C5F6F7529E}" type="presParOf" srcId="{67E85B4D-444B-4FCC-A2BC-3E7371F5A59E}" destId="{DD42837C-3E63-4F57-A6BE-FFFA6AD9116E}" srcOrd="0" destOrd="0" presId="urn:microsoft.com/office/officeart/2018/5/layout/IconLeafLabelList"/>
    <dgm:cxn modelId="{59B1AA31-E20F-4094-9DF0-9B6479A72016}" type="presParOf" srcId="{67E85B4D-444B-4FCC-A2BC-3E7371F5A59E}" destId="{B62FEADA-BB71-4378-A5F5-2CD25D752D64}" srcOrd="1" destOrd="0" presId="urn:microsoft.com/office/officeart/2018/5/layout/IconLeafLabelList"/>
    <dgm:cxn modelId="{A5925B6C-4312-4B50-A199-EF56293630FA}" type="presParOf" srcId="{67E85B4D-444B-4FCC-A2BC-3E7371F5A59E}" destId="{D4149407-4D40-45E7-90DE-C9AA40F4D6EE}" srcOrd="2" destOrd="0" presId="urn:microsoft.com/office/officeart/2018/5/layout/IconLeafLabelList"/>
    <dgm:cxn modelId="{6BC14CB6-6152-4776-A00D-E0F4D18B84E1}" type="presParOf" srcId="{67E85B4D-444B-4FCC-A2BC-3E7371F5A59E}" destId="{C81D79F8-39EC-4EFC-B06D-78441C441D9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51C29A-05B3-4CB2-A436-EFBE022A1D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A20839-C76D-4846-9ADE-A821E78F3577}">
      <dgm:prSet/>
      <dgm:spPr/>
      <dgm:t>
        <a:bodyPr/>
        <a:lstStyle/>
        <a:p>
          <a:r>
            <a:rPr lang="en-US"/>
            <a:t>Call → Twilio → Whisper → NLP → Flask → DB → gTTS</a:t>
          </a:r>
        </a:p>
      </dgm:t>
    </dgm:pt>
    <dgm:pt modelId="{9792EFAB-FC49-4556-87D9-2410B1177EB5}" type="parTrans" cxnId="{30F8A2EB-6EF8-40EC-A31A-D9BF24FB0D43}">
      <dgm:prSet/>
      <dgm:spPr/>
      <dgm:t>
        <a:bodyPr/>
        <a:lstStyle/>
        <a:p>
          <a:endParaRPr lang="en-US"/>
        </a:p>
      </dgm:t>
    </dgm:pt>
    <dgm:pt modelId="{988AE0D3-E399-4B43-846A-7B2E0EB8E49E}" type="sibTrans" cxnId="{30F8A2EB-6EF8-40EC-A31A-D9BF24FB0D43}">
      <dgm:prSet/>
      <dgm:spPr/>
      <dgm:t>
        <a:bodyPr/>
        <a:lstStyle/>
        <a:p>
          <a:endParaRPr lang="en-US"/>
        </a:p>
      </dgm:t>
    </dgm:pt>
    <dgm:pt modelId="{A307577D-DAF6-484B-8244-76F5E064ED1D}">
      <dgm:prSet/>
      <dgm:spPr/>
      <dgm:t>
        <a:bodyPr/>
        <a:lstStyle/>
        <a:p>
          <a:r>
            <a:rPr lang="en-US"/>
            <a:t>Response via voice</a:t>
          </a:r>
        </a:p>
      </dgm:t>
    </dgm:pt>
    <dgm:pt modelId="{855D0193-A919-40F8-9807-26432DA2CA07}" type="parTrans" cxnId="{AEF795C3-BED8-4A20-904C-53D2A913853E}">
      <dgm:prSet/>
      <dgm:spPr/>
      <dgm:t>
        <a:bodyPr/>
        <a:lstStyle/>
        <a:p>
          <a:endParaRPr lang="en-US"/>
        </a:p>
      </dgm:t>
    </dgm:pt>
    <dgm:pt modelId="{3F069F48-A0DC-4CCA-B947-3AA3B9994632}" type="sibTrans" cxnId="{AEF795C3-BED8-4A20-904C-53D2A913853E}">
      <dgm:prSet/>
      <dgm:spPr/>
      <dgm:t>
        <a:bodyPr/>
        <a:lstStyle/>
        <a:p>
          <a:endParaRPr lang="en-US"/>
        </a:p>
      </dgm:t>
    </dgm:pt>
    <dgm:pt modelId="{0C25F8D0-52E8-46B1-9120-C8D9623A467D}">
      <dgm:prSet/>
      <dgm:spPr/>
      <dgm:t>
        <a:bodyPr/>
        <a:lstStyle/>
        <a:p>
          <a:r>
            <a:rPr lang="en-US"/>
            <a:t>&lt; 30 seconds per transaction</a:t>
          </a:r>
        </a:p>
      </dgm:t>
    </dgm:pt>
    <dgm:pt modelId="{AEB43CB4-CBDC-41EC-8151-FA65AE38A201}" type="parTrans" cxnId="{E0C774C0-5C78-408E-A7A6-5DED5E92BE0B}">
      <dgm:prSet/>
      <dgm:spPr/>
      <dgm:t>
        <a:bodyPr/>
        <a:lstStyle/>
        <a:p>
          <a:endParaRPr lang="en-US"/>
        </a:p>
      </dgm:t>
    </dgm:pt>
    <dgm:pt modelId="{8A7420CD-4371-4F69-BDEC-DF26DA3B7EB2}" type="sibTrans" cxnId="{E0C774C0-5C78-408E-A7A6-5DED5E92BE0B}">
      <dgm:prSet/>
      <dgm:spPr/>
      <dgm:t>
        <a:bodyPr/>
        <a:lstStyle/>
        <a:p>
          <a:endParaRPr lang="en-US"/>
        </a:p>
      </dgm:t>
    </dgm:pt>
    <dgm:pt modelId="{19A5D1C9-B88A-4C4A-A068-9C926DCC8EB5}" type="pres">
      <dgm:prSet presAssocID="{9551C29A-05B3-4CB2-A436-EFBE022A1DFF}" presName="root" presStyleCnt="0">
        <dgm:presLayoutVars>
          <dgm:dir/>
          <dgm:resizeHandles val="exact"/>
        </dgm:presLayoutVars>
      </dgm:prSet>
      <dgm:spPr/>
    </dgm:pt>
    <dgm:pt modelId="{6431C127-F169-46A3-A8F7-6B2B10F676BC}" type="pres">
      <dgm:prSet presAssocID="{61A20839-C76D-4846-9ADE-A821E78F3577}" presName="compNode" presStyleCnt="0"/>
      <dgm:spPr/>
    </dgm:pt>
    <dgm:pt modelId="{DA7E2E6C-F117-4AE5-BCE3-E368DC372158}" type="pres">
      <dgm:prSet presAssocID="{61A20839-C76D-4846-9ADE-A821E78F3577}" presName="bgRect" presStyleLbl="bgShp" presStyleIdx="0" presStyleCnt="3"/>
      <dgm:spPr/>
    </dgm:pt>
    <dgm:pt modelId="{3D4B1779-04D1-4089-8E4A-207CB37E5C8B}" type="pres">
      <dgm:prSet presAssocID="{61A20839-C76D-4846-9ADE-A821E78F357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6CA2369-7FE2-45FA-91FF-9D8C44A3A171}" type="pres">
      <dgm:prSet presAssocID="{61A20839-C76D-4846-9ADE-A821E78F3577}" presName="spaceRect" presStyleCnt="0"/>
      <dgm:spPr/>
    </dgm:pt>
    <dgm:pt modelId="{4C5C860C-B91D-4A3D-BD26-1AD30DA71724}" type="pres">
      <dgm:prSet presAssocID="{61A20839-C76D-4846-9ADE-A821E78F3577}" presName="parTx" presStyleLbl="revTx" presStyleIdx="0" presStyleCnt="3">
        <dgm:presLayoutVars>
          <dgm:chMax val="0"/>
          <dgm:chPref val="0"/>
        </dgm:presLayoutVars>
      </dgm:prSet>
      <dgm:spPr/>
    </dgm:pt>
    <dgm:pt modelId="{0A02EC96-CFE2-4777-A828-E034466D2D46}" type="pres">
      <dgm:prSet presAssocID="{988AE0D3-E399-4B43-846A-7B2E0EB8E49E}" presName="sibTrans" presStyleCnt="0"/>
      <dgm:spPr/>
    </dgm:pt>
    <dgm:pt modelId="{E48231ED-B75D-452F-9283-3860C3400635}" type="pres">
      <dgm:prSet presAssocID="{A307577D-DAF6-484B-8244-76F5E064ED1D}" presName="compNode" presStyleCnt="0"/>
      <dgm:spPr/>
    </dgm:pt>
    <dgm:pt modelId="{74F636B9-0125-43E0-A5B4-1E2850E0A977}" type="pres">
      <dgm:prSet presAssocID="{A307577D-DAF6-484B-8244-76F5E064ED1D}" presName="bgRect" presStyleLbl="bgShp" presStyleIdx="1" presStyleCnt="3"/>
      <dgm:spPr/>
    </dgm:pt>
    <dgm:pt modelId="{C035CFD8-C8E6-4065-BE9F-C6E3BB74A2DC}" type="pres">
      <dgm:prSet presAssocID="{A307577D-DAF6-484B-8244-76F5E064ED1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C9C28B3-F912-4A06-9C74-ABC12AA71154}" type="pres">
      <dgm:prSet presAssocID="{A307577D-DAF6-484B-8244-76F5E064ED1D}" presName="spaceRect" presStyleCnt="0"/>
      <dgm:spPr/>
    </dgm:pt>
    <dgm:pt modelId="{3BD8C40B-AA67-4FE8-A706-F355E82C9E31}" type="pres">
      <dgm:prSet presAssocID="{A307577D-DAF6-484B-8244-76F5E064ED1D}" presName="parTx" presStyleLbl="revTx" presStyleIdx="1" presStyleCnt="3">
        <dgm:presLayoutVars>
          <dgm:chMax val="0"/>
          <dgm:chPref val="0"/>
        </dgm:presLayoutVars>
      </dgm:prSet>
      <dgm:spPr/>
    </dgm:pt>
    <dgm:pt modelId="{FA234471-33DE-4237-8939-C411A9BA77F5}" type="pres">
      <dgm:prSet presAssocID="{3F069F48-A0DC-4CCA-B947-3AA3B9994632}" presName="sibTrans" presStyleCnt="0"/>
      <dgm:spPr/>
    </dgm:pt>
    <dgm:pt modelId="{CBC10A07-206E-4344-8B68-86D3CE1FBDB9}" type="pres">
      <dgm:prSet presAssocID="{0C25F8D0-52E8-46B1-9120-C8D9623A467D}" presName="compNode" presStyleCnt="0"/>
      <dgm:spPr/>
    </dgm:pt>
    <dgm:pt modelId="{0F590C93-B467-413F-B2E2-DD9404F8AFE6}" type="pres">
      <dgm:prSet presAssocID="{0C25F8D0-52E8-46B1-9120-C8D9623A467D}" presName="bgRect" presStyleLbl="bgShp" presStyleIdx="2" presStyleCnt="3"/>
      <dgm:spPr/>
    </dgm:pt>
    <dgm:pt modelId="{403A5436-B10C-4D45-89CE-D2F2575B0810}" type="pres">
      <dgm:prSet presAssocID="{0C25F8D0-52E8-46B1-9120-C8D9623A467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4005C85-F4D4-478C-92EB-368F44A72183}" type="pres">
      <dgm:prSet presAssocID="{0C25F8D0-52E8-46B1-9120-C8D9623A467D}" presName="spaceRect" presStyleCnt="0"/>
      <dgm:spPr/>
    </dgm:pt>
    <dgm:pt modelId="{C236B332-3974-48A9-93AA-BF5BDF9C642D}" type="pres">
      <dgm:prSet presAssocID="{0C25F8D0-52E8-46B1-9120-C8D9623A467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996B715-FACE-497C-8B8F-C439082D84A7}" type="presOf" srcId="{A307577D-DAF6-484B-8244-76F5E064ED1D}" destId="{3BD8C40B-AA67-4FE8-A706-F355E82C9E31}" srcOrd="0" destOrd="0" presId="urn:microsoft.com/office/officeart/2018/2/layout/IconVerticalSolidList"/>
    <dgm:cxn modelId="{F2873B1F-096A-4BAB-A8A3-15ECAADF63EB}" type="presOf" srcId="{9551C29A-05B3-4CB2-A436-EFBE022A1DFF}" destId="{19A5D1C9-B88A-4C4A-A068-9C926DCC8EB5}" srcOrd="0" destOrd="0" presId="urn:microsoft.com/office/officeart/2018/2/layout/IconVerticalSolidList"/>
    <dgm:cxn modelId="{EFB3582E-D2C5-43B3-AC4F-C7DFC02783BB}" type="presOf" srcId="{0C25F8D0-52E8-46B1-9120-C8D9623A467D}" destId="{C236B332-3974-48A9-93AA-BF5BDF9C642D}" srcOrd="0" destOrd="0" presId="urn:microsoft.com/office/officeart/2018/2/layout/IconVerticalSolidList"/>
    <dgm:cxn modelId="{282C64AA-A7F8-43A0-A640-DFA78833FA71}" type="presOf" srcId="{61A20839-C76D-4846-9ADE-A821E78F3577}" destId="{4C5C860C-B91D-4A3D-BD26-1AD30DA71724}" srcOrd="0" destOrd="0" presId="urn:microsoft.com/office/officeart/2018/2/layout/IconVerticalSolidList"/>
    <dgm:cxn modelId="{E0C774C0-5C78-408E-A7A6-5DED5E92BE0B}" srcId="{9551C29A-05B3-4CB2-A436-EFBE022A1DFF}" destId="{0C25F8D0-52E8-46B1-9120-C8D9623A467D}" srcOrd="2" destOrd="0" parTransId="{AEB43CB4-CBDC-41EC-8151-FA65AE38A201}" sibTransId="{8A7420CD-4371-4F69-BDEC-DF26DA3B7EB2}"/>
    <dgm:cxn modelId="{AEF795C3-BED8-4A20-904C-53D2A913853E}" srcId="{9551C29A-05B3-4CB2-A436-EFBE022A1DFF}" destId="{A307577D-DAF6-484B-8244-76F5E064ED1D}" srcOrd="1" destOrd="0" parTransId="{855D0193-A919-40F8-9807-26432DA2CA07}" sibTransId="{3F069F48-A0DC-4CCA-B947-3AA3B9994632}"/>
    <dgm:cxn modelId="{30F8A2EB-6EF8-40EC-A31A-D9BF24FB0D43}" srcId="{9551C29A-05B3-4CB2-A436-EFBE022A1DFF}" destId="{61A20839-C76D-4846-9ADE-A821E78F3577}" srcOrd="0" destOrd="0" parTransId="{9792EFAB-FC49-4556-87D9-2410B1177EB5}" sibTransId="{988AE0D3-E399-4B43-846A-7B2E0EB8E49E}"/>
    <dgm:cxn modelId="{3378DECA-780C-4479-8E5D-3F9408181C66}" type="presParOf" srcId="{19A5D1C9-B88A-4C4A-A068-9C926DCC8EB5}" destId="{6431C127-F169-46A3-A8F7-6B2B10F676BC}" srcOrd="0" destOrd="0" presId="urn:microsoft.com/office/officeart/2018/2/layout/IconVerticalSolidList"/>
    <dgm:cxn modelId="{E83F73F5-E25E-4767-A886-153D441ECE9C}" type="presParOf" srcId="{6431C127-F169-46A3-A8F7-6B2B10F676BC}" destId="{DA7E2E6C-F117-4AE5-BCE3-E368DC372158}" srcOrd="0" destOrd="0" presId="urn:microsoft.com/office/officeart/2018/2/layout/IconVerticalSolidList"/>
    <dgm:cxn modelId="{C5F5ED7F-E02C-4008-9F9B-5C1875D2772A}" type="presParOf" srcId="{6431C127-F169-46A3-A8F7-6B2B10F676BC}" destId="{3D4B1779-04D1-4089-8E4A-207CB37E5C8B}" srcOrd="1" destOrd="0" presId="urn:microsoft.com/office/officeart/2018/2/layout/IconVerticalSolidList"/>
    <dgm:cxn modelId="{B3A11FCC-4FC9-4409-B8FE-FB2E08078075}" type="presParOf" srcId="{6431C127-F169-46A3-A8F7-6B2B10F676BC}" destId="{46CA2369-7FE2-45FA-91FF-9D8C44A3A171}" srcOrd="2" destOrd="0" presId="urn:microsoft.com/office/officeart/2018/2/layout/IconVerticalSolidList"/>
    <dgm:cxn modelId="{93EB1A14-B047-4BAB-AF65-90A8AE296EFB}" type="presParOf" srcId="{6431C127-F169-46A3-A8F7-6B2B10F676BC}" destId="{4C5C860C-B91D-4A3D-BD26-1AD30DA71724}" srcOrd="3" destOrd="0" presId="urn:microsoft.com/office/officeart/2018/2/layout/IconVerticalSolidList"/>
    <dgm:cxn modelId="{E90239C9-BEB1-4B36-A115-6CEFD1601AEA}" type="presParOf" srcId="{19A5D1C9-B88A-4C4A-A068-9C926DCC8EB5}" destId="{0A02EC96-CFE2-4777-A828-E034466D2D46}" srcOrd="1" destOrd="0" presId="urn:microsoft.com/office/officeart/2018/2/layout/IconVerticalSolidList"/>
    <dgm:cxn modelId="{1F10497A-321F-4640-96A6-8962B66CB49C}" type="presParOf" srcId="{19A5D1C9-B88A-4C4A-A068-9C926DCC8EB5}" destId="{E48231ED-B75D-452F-9283-3860C3400635}" srcOrd="2" destOrd="0" presId="urn:microsoft.com/office/officeart/2018/2/layout/IconVerticalSolidList"/>
    <dgm:cxn modelId="{6382A2DD-3ACD-4C63-B011-023C0FEBF8C2}" type="presParOf" srcId="{E48231ED-B75D-452F-9283-3860C3400635}" destId="{74F636B9-0125-43E0-A5B4-1E2850E0A977}" srcOrd="0" destOrd="0" presId="urn:microsoft.com/office/officeart/2018/2/layout/IconVerticalSolidList"/>
    <dgm:cxn modelId="{4922E10A-052C-4A3C-B11B-FE0F65FBA3D5}" type="presParOf" srcId="{E48231ED-B75D-452F-9283-3860C3400635}" destId="{C035CFD8-C8E6-4065-BE9F-C6E3BB74A2DC}" srcOrd="1" destOrd="0" presId="urn:microsoft.com/office/officeart/2018/2/layout/IconVerticalSolidList"/>
    <dgm:cxn modelId="{41197DDD-DBE4-4EBA-B2C9-6C3E94F26EBB}" type="presParOf" srcId="{E48231ED-B75D-452F-9283-3860C3400635}" destId="{EC9C28B3-F912-4A06-9C74-ABC12AA71154}" srcOrd="2" destOrd="0" presId="urn:microsoft.com/office/officeart/2018/2/layout/IconVerticalSolidList"/>
    <dgm:cxn modelId="{5AD2C380-1080-4BFC-8031-E7BED2CF33E7}" type="presParOf" srcId="{E48231ED-B75D-452F-9283-3860C3400635}" destId="{3BD8C40B-AA67-4FE8-A706-F355E82C9E31}" srcOrd="3" destOrd="0" presId="urn:microsoft.com/office/officeart/2018/2/layout/IconVerticalSolidList"/>
    <dgm:cxn modelId="{6159CF87-DBB8-4D64-B98F-6B746975B0D7}" type="presParOf" srcId="{19A5D1C9-B88A-4C4A-A068-9C926DCC8EB5}" destId="{FA234471-33DE-4237-8939-C411A9BA77F5}" srcOrd="3" destOrd="0" presId="urn:microsoft.com/office/officeart/2018/2/layout/IconVerticalSolidList"/>
    <dgm:cxn modelId="{8231C244-208E-4AD7-A9AC-347DE5A1DF15}" type="presParOf" srcId="{19A5D1C9-B88A-4C4A-A068-9C926DCC8EB5}" destId="{CBC10A07-206E-4344-8B68-86D3CE1FBDB9}" srcOrd="4" destOrd="0" presId="urn:microsoft.com/office/officeart/2018/2/layout/IconVerticalSolidList"/>
    <dgm:cxn modelId="{23477D70-E732-4A95-AC57-AAC3A22BA7B0}" type="presParOf" srcId="{CBC10A07-206E-4344-8B68-86D3CE1FBDB9}" destId="{0F590C93-B467-413F-B2E2-DD9404F8AFE6}" srcOrd="0" destOrd="0" presId="urn:microsoft.com/office/officeart/2018/2/layout/IconVerticalSolidList"/>
    <dgm:cxn modelId="{BA065107-D89E-4E6D-AD62-4DF2080FE1CB}" type="presParOf" srcId="{CBC10A07-206E-4344-8B68-86D3CE1FBDB9}" destId="{403A5436-B10C-4D45-89CE-D2F2575B0810}" srcOrd="1" destOrd="0" presId="urn:microsoft.com/office/officeart/2018/2/layout/IconVerticalSolidList"/>
    <dgm:cxn modelId="{3B17423C-ED2A-44EF-9CDC-5914D3DDE1FF}" type="presParOf" srcId="{CBC10A07-206E-4344-8B68-86D3CE1FBDB9}" destId="{04005C85-F4D4-478C-92EB-368F44A72183}" srcOrd="2" destOrd="0" presId="urn:microsoft.com/office/officeart/2018/2/layout/IconVerticalSolidList"/>
    <dgm:cxn modelId="{8B7CDB82-DCF0-4594-BCC8-2785C0C3A6D0}" type="presParOf" srcId="{CBC10A07-206E-4344-8B68-86D3CE1FBDB9}" destId="{C236B332-3974-48A9-93AA-BF5BDF9C64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666B2B-A691-4570-80C1-9F6F2C6FEA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F51091-84A9-4CC7-BB6A-2027BEA84847}">
      <dgm:prSet/>
      <dgm:spPr/>
      <dgm:t>
        <a:bodyPr/>
        <a:lstStyle/>
        <a:p>
          <a:r>
            <a:rPr lang="en-US"/>
            <a:t>Send money</a:t>
          </a:r>
        </a:p>
      </dgm:t>
    </dgm:pt>
    <dgm:pt modelId="{65871A14-4120-4170-B285-058CDCE86EB6}" type="parTrans" cxnId="{BD56688E-344E-4ED1-80BE-3C28471A60A9}">
      <dgm:prSet/>
      <dgm:spPr/>
      <dgm:t>
        <a:bodyPr/>
        <a:lstStyle/>
        <a:p>
          <a:endParaRPr lang="en-US"/>
        </a:p>
      </dgm:t>
    </dgm:pt>
    <dgm:pt modelId="{D285CFEF-CEB8-4F45-894B-E9FE0DA6CD5C}" type="sibTrans" cxnId="{BD56688E-344E-4ED1-80BE-3C28471A60A9}">
      <dgm:prSet/>
      <dgm:spPr/>
      <dgm:t>
        <a:bodyPr/>
        <a:lstStyle/>
        <a:p>
          <a:endParaRPr lang="en-US"/>
        </a:p>
      </dgm:t>
    </dgm:pt>
    <dgm:pt modelId="{11E14FAC-77C3-45B9-9A8F-98B4FDE67D1B}">
      <dgm:prSet/>
      <dgm:spPr/>
      <dgm:t>
        <a:bodyPr/>
        <a:lstStyle/>
        <a:p>
          <a:r>
            <a:rPr lang="en-US"/>
            <a:t>Check balance repeatedly</a:t>
          </a:r>
        </a:p>
      </dgm:t>
    </dgm:pt>
    <dgm:pt modelId="{52214DF4-EFF8-49B3-8AF2-7257D11E5000}" type="parTrans" cxnId="{3C4D2A52-95B9-4587-81BC-CEDD1A66B010}">
      <dgm:prSet/>
      <dgm:spPr/>
      <dgm:t>
        <a:bodyPr/>
        <a:lstStyle/>
        <a:p>
          <a:endParaRPr lang="en-US"/>
        </a:p>
      </dgm:t>
    </dgm:pt>
    <dgm:pt modelId="{6E4DDE8F-A56C-4E29-8655-F3115777C416}" type="sibTrans" cxnId="{3C4D2A52-95B9-4587-81BC-CEDD1A66B010}">
      <dgm:prSet/>
      <dgm:spPr/>
      <dgm:t>
        <a:bodyPr/>
        <a:lstStyle/>
        <a:p>
          <a:endParaRPr lang="en-US"/>
        </a:p>
      </dgm:t>
    </dgm:pt>
    <dgm:pt modelId="{79AC7539-DF81-442D-8E2B-E9FA7EEF9198}">
      <dgm:prSet/>
      <dgm:spPr/>
      <dgm:t>
        <a:bodyPr/>
        <a:lstStyle/>
        <a:p>
          <a:r>
            <a:rPr lang="en-US"/>
            <a:t>Voice confirmation</a:t>
          </a:r>
        </a:p>
      </dgm:t>
    </dgm:pt>
    <dgm:pt modelId="{08B6041B-EB5C-4168-8F11-AB2C2B1E10CA}" type="parTrans" cxnId="{6CEFA5A0-4E3F-479D-9943-CE69B0FB2D7A}">
      <dgm:prSet/>
      <dgm:spPr/>
      <dgm:t>
        <a:bodyPr/>
        <a:lstStyle/>
        <a:p>
          <a:endParaRPr lang="en-US"/>
        </a:p>
      </dgm:t>
    </dgm:pt>
    <dgm:pt modelId="{664C36A0-255E-4409-872F-A2AD341AD84F}" type="sibTrans" cxnId="{6CEFA5A0-4E3F-479D-9943-CE69B0FB2D7A}">
      <dgm:prSet/>
      <dgm:spPr/>
      <dgm:t>
        <a:bodyPr/>
        <a:lstStyle/>
        <a:p>
          <a:endParaRPr lang="en-US"/>
        </a:p>
      </dgm:t>
    </dgm:pt>
    <dgm:pt modelId="{FCBEA716-0C1F-4686-AE28-EAA2AE88C4CA}" type="pres">
      <dgm:prSet presAssocID="{12666B2B-A691-4570-80C1-9F6F2C6FEAD9}" presName="root" presStyleCnt="0">
        <dgm:presLayoutVars>
          <dgm:dir/>
          <dgm:resizeHandles val="exact"/>
        </dgm:presLayoutVars>
      </dgm:prSet>
      <dgm:spPr/>
    </dgm:pt>
    <dgm:pt modelId="{B8610A58-68AA-4DBE-AC86-3752006CA581}" type="pres">
      <dgm:prSet presAssocID="{6BF51091-84A9-4CC7-BB6A-2027BEA84847}" presName="compNode" presStyleCnt="0"/>
      <dgm:spPr/>
    </dgm:pt>
    <dgm:pt modelId="{391E50AA-DA9D-4DB1-86B5-D66A714D2768}" type="pres">
      <dgm:prSet presAssocID="{6BF51091-84A9-4CC7-BB6A-2027BEA84847}" presName="bgRect" presStyleLbl="bgShp" presStyleIdx="0" presStyleCnt="3"/>
      <dgm:spPr/>
    </dgm:pt>
    <dgm:pt modelId="{48225743-A1C9-4502-96AB-320A6690D01F}" type="pres">
      <dgm:prSet presAssocID="{6BF51091-84A9-4CC7-BB6A-2027BEA8484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8396321-5841-4FAA-80BE-7DFA59155DB7}" type="pres">
      <dgm:prSet presAssocID="{6BF51091-84A9-4CC7-BB6A-2027BEA84847}" presName="spaceRect" presStyleCnt="0"/>
      <dgm:spPr/>
    </dgm:pt>
    <dgm:pt modelId="{783D26B4-C5F1-4915-8C72-A3A7A22229A7}" type="pres">
      <dgm:prSet presAssocID="{6BF51091-84A9-4CC7-BB6A-2027BEA84847}" presName="parTx" presStyleLbl="revTx" presStyleIdx="0" presStyleCnt="3">
        <dgm:presLayoutVars>
          <dgm:chMax val="0"/>
          <dgm:chPref val="0"/>
        </dgm:presLayoutVars>
      </dgm:prSet>
      <dgm:spPr/>
    </dgm:pt>
    <dgm:pt modelId="{EB933C36-E142-4EE3-9384-0331D9983BDC}" type="pres">
      <dgm:prSet presAssocID="{D285CFEF-CEB8-4F45-894B-E9FE0DA6CD5C}" presName="sibTrans" presStyleCnt="0"/>
      <dgm:spPr/>
    </dgm:pt>
    <dgm:pt modelId="{F3B87991-A4C7-4425-8830-1EC5B5A86910}" type="pres">
      <dgm:prSet presAssocID="{11E14FAC-77C3-45B9-9A8F-98B4FDE67D1B}" presName="compNode" presStyleCnt="0"/>
      <dgm:spPr/>
    </dgm:pt>
    <dgm:pt modelId="{35EBC5FB-367D-4FAD-8100-5332790EE6C7}" type="pres">
      <dgm:prSet presAssocID="{11E14FAC-77C3-45B9-9A8F-98B4FDE67D1B}" presName="bgRect" presStyleLbl="bgShp" presStyleIdx="1" presStyleCnt="3"/>
      <dgm:spPr/>
    </dgm:pt>
    <dgm:pt modelId="{5E6BDB08-E783-493D-B212-4AA2827498E6}" type="pres">
      <dgm:prSet presAssocID="{11E14FAC-77C3-45B9-9A8F-98B4FDE67D1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3A3264-0017-4765-AD9C-C4A8D4835AD6}" type="pres">
      <dgm:prSet presAssocID="{11E14FAC-77C3-45B9-9A8F-98B4FDE67D1B}" presName="spaceRect" presStyleCnt="0"/>
      <dgm:spPr/>
    </dgm:pt>
    <dgm:pt modelId="{A24EA84D-C1CC-49FB-8C42-19C645057AB3}" type="pres">
      <dgm:prSet presAssocID="{11E14FAC-77C3-45B9-9A8F-98B4FDE67D1B}" presName="parTx" presStyleLbl="revTx" presStyleIdx="1" presStyleCnt="3">
        <dgm:presLayoutVars>
          <dgm:chMax val="0"/>
          <dgm:chPref val="0"/>
        </dgm:presLayoutVars>
      </dgm:prSet>
      <dgm:spPr/>
    </dgm:pt>
    <dgm:pt modelId="{715439EC-81AB-4ABB-96F5-6220696D427A}" type="pres">
      <dgm:prSet presAssocID="{6E4DDE8F-A56C-4E29-8655-F3115777C416}" presName="sibTrans" presStyleCnt="0"/>
      <dgm:spPr/>
    </dgm:pt>
    <dgm:pt modelId="{BB3D080D-4EDD-4DF0-ACD1-DD9E6476F002}" type="pres">
      <dgm:prSet presAssocID="{79AC7539-DF81-442D-8E2B-E9FA7EEF9198}" presName="compNode" presStyleCnt="0"/>
      <dgm:spPr/>
    </dgm:pt>
    <dgm:pt modelId="{07356732-A5CD-405F-A9F1-5D6A2AB58FA5}" type="pres">
      <dgm:prSet presAssocID="{79AC7539-DF81-442D-8E2B-E9FA7EEF9198}" presName="bgRect" presStyleLbl="bgShp" presStyleIdx="2" presStyleCnt="3"/>
      <dgm:spPr/>
    </dgm:pt>
    <dgm:pt modelId="{D6528A49-2D1C-44CA-9F5C-F38D5F8C0476}" type="pres">
      <dgm:prSet presAssocID="{79AC7539-DF81-442D-8E2B-E9FA7EEF919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619A6568-527F-4E2A-851C-2D8664C9211B}" type="pres">
      <dgm:prSet presAssocID="{79AC7539-DF81-442D-8E2B-E9FA7EEF9198}" presName="spaceRect" presStyleCnt="0"/>
      <dgm:spPr/>
    </dgm:pt>
    <dgm:pt modelId="{4A704C26-09DA-4775-BFE6-474B908F5941}" type="pres">
      <dgm:prSet presAssocID="{79AC7539-DF81-442D-8E2B-E9FA7EEF919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216861-ECA1-4AE4-85D8-A736CD4A08F0}" type="presOf" srcId="{11E14FAC-77C3-45B9-9A8F-98B4FDE67D1B}" destId="{A24EA84D-C1CC-49FB-8C42-19C645057AB3}" srcOrd="0" destOrd="0" presId="urn:microsoft.com/office/officeart/2018/2/layout/IconVerticalSolidList"/>
    <dgm:cxn modelId="{E37A766D-C83C-4356-8410-9FCD61E864E6}" type="presOf" srcId="{12666B2B-A691-4570-80C1-9F6F2C6FEAD9}" destId="{FCBEA716-0C1F-4686-AE28-EAA2AE88C4CA}" srcOrd="0" destOrd="0" presId="urn:microsoft.com/office/officeart/2018/2/layout/IconVerticalSolidList"/>
    <dgm:cxn modelId="{3C4D2A52-95B9-4587-81BC-CEDD1A66B010}" srcId="{12666B2B-A691-4570-80C1-9F6F2C6FEAD9}" destId="{11E14FAC-77C3-45B9-9A8F-98B4FDE67D1B}" srcOrd="1" destOrd="0" parTransId="{52214DF4-EFF8-49B3-8AF2-7257D11E5000}" sibTransId="{6E4DDE8F-A56C-4E29-8655-F3115777C416}"/>
    <dgm:cxn modelId="{903BF177-5023-4B5C-9898-FCDB560CEAE2}" type="presOf" srcId="{79AC7539-DF81-442D-8E2B-E9FA7EEF9198}" destId="{4A704C26-09DA-4775-BFE6-474B908F5941}" srcOrd="0" destOrd="0" presId="urn:microsoft.com/office/officeart/2018/2/layout/IconVerticalSolidList"/>
    <dgm:cxn modelId="{BD56688E-344E-4ED1-80BE-3C28471A60A9}" srcId="{12666B2B-A691-4570-80C1-9F6F2C6FEAD9}" destId="{6BF51091-84A9-4CC7-BB6A-2027BEA84847}" srcOrd="0" destOrd="0" parTransId="{65871A14-4120-4170-B285-058CDCE86EB6}" sibTransId="{D285CFEF-CEB8-4F45-894B-E9FE0DA6CD5C}"/>
    <dgm:cxn modelId="{6CEFA5A0-4E3F-479D-9943-CE69B0FB2D7A}" srcId="{12666B2B-A691-4570-80C1-9F6F2C6FEAD9}" destId="{79AC7539-DF81-442D-8E2B-E9FA7EEF9198}" srcOrd="2" destOrd="0" parTransId="{08B6041B-EB5C-4168-8F11-AB2C2B1E10CA}" sibTransId="{664C36A0-255E-4409-872F-A2AD341AD84F}"/>
    <dgm:cxn modelId="{3C44A0D2-A029-43DD-B2A8-DF856A298ABD}" type="presOf" srcId="{6BF51091-84A9-4CC7-BB6A-2027BEA84847}" destId="{783D26B4-C5F1-4915-8C72-A3A7A22229A7}" srcOrd="0" destOrd="0" presId="urn:microsoft.com/office/officeart/2018/2/layout/IconVerticalSolidList"/>
    <dgm:cxn modelId="{10AC2F03-1C13-4A7C-B950-E4DA091E1BD7}" type="presParOf" srcId="{FCBEA716-0C1F-4686-AE28-EAA2AE88C4CA}" destId="{B8610A58-68AA-4DBE-AC86-3752006CA581}" srcOrd="0" destOrd="0" presId="urn:microsoft.com/office/officeart/2018/2/layout/IconVerticalSolidList"/>
    <dgm:cxn modelId="{3A74CEA1-0CA6-462E-AAA9-9914B185BC55}" type="presParOf" srcId="{B8610A58-68AA-4DBE-AC86-3752006CA581}" destId="{391E50AA-DA9D-4DB1-86B5-D66A714D2768}" srcOrd="0" destOrd="0" presId="urn:microsoft.com/office/officeart/2018/2/layout/IconVerticalSolidList"/>
    <dgm:cxn modelId="{1E09D639-7E1E-4FD5-A963-0A5342BF6017}" type="presParOf" srcId="{B8610A58-68AA-4DBE-AC86-3752006CA581}" destId="{48225743-A1C9-4502-96AB-320A6690D01F}" srcOrd="1" destOrd="0" presId="urn:microsoft.com/office/officeart/2018/2/layout/IconVerticalSolidList"/>
    <dgm:cxn modelId="{825DDAE1-9339-4B68-BC48-998855BA9E63}" type="presParOf" srcId="{B8610A58-68AA-4DBE-AC86-3752006CA581}" destId="{68396321-5841-4FAA-80BE-7DFA59155DB7}" srcOrd="2" destOrd="0" presId="urn:microsoft.com/office/officeart/2018/2/layout/IconVerticalSolidList"/>
    <dgm:cxn modelId="{5266257F-8BBA-4710-8CA4-2BBF2FB4780D}" type="presParOf" srcId="{B8610A58-68AA-4DBE-AC86-3752006CA581}" destId="{783D26B4-C5F1-4915-8C72-A3A7A22229A7}" srcOrd="3" destOrd="0" presId="urn:microsoft.com/office/officeart/2018/2/layout/IconVerticalSolidList"/>
    <dgm:cxn modelId="{0C159BA8-A9BA-4AE7-8C00-F2788491C23F}" type="presParOf" srcId="{FCBEA716-0C1F-4686-AE28-EAA2AE88C4CA}" destId="{EB933C36-E142-4EE3-9384-0331D9983BDC}" srcOrd="1" destOrd="0" presId="urn:microsoft.com/office/officeart/2018/2/layout/IconVerticalSolidList"/>
    <dgm:cxn modelId="{E359DFBC-5DD0-4F45-A1E2-146D415B8560}" type="presParOf" srcId="{FCBEA716-0C1F-4686-AE28-EAA2AE88C4CA}" destId="{F3B87991-A4C7-4425-8830-1EC5B5A86910}" srcOrd="2" destOrd="0" presId="urn:microsoft.com/office/officeart/2018/2/layout/IconVerticalSolidList"/>
    <dgm:cxn modelId="{F3474291-7C5A-41CE-8FFE-932BCEDB39AB}" type="presParOf" srcId="{F3B87991-A4C7-4425-8830-1EC5B5A86910}" destId="{35EBC5FB-367D-4FAD-8100-5332790EE6C7}" srcOrd="0" destOrd="0" presId="urn:microsoft.com/office/officeart/2018/2/layout/IconVerticalSolidList"/>
    <dgm:cxn modelId="{35FEDE82-CD81-45E5-A7A7-453B0F1C40AB}" type="presParOf" srcId="{F3B87991-A4C7-4425-8830-1EC5B5A86910}" destId="{5E6BDB08-E783-493D-B212-4AA2827498E6}" srcOrd="1" destOrd="0" presId="urn:microsoft.com/office/officeart/2018/2/layout/IconVerticalSolidList"/>
    <dgm:cxn modelId="{160F2BDA-B7A9-424B-AFF8-723E4A49D516}" type="presParOf" srcId="{F3B87991-A4C7-4425-8830-1EC5B5A86910}" destId="{E13A3264-0017-4765-AD9C-C4A8D4835AD6}" srcOrd="2" destOrd="0" presId="urn:microsoft.com/office/officeart/2018/2/layout/IconVerticalSolidList"/>
    <dgm:cxn modelId="{AF1E4BA3-DABA-4C7A-8962-CA4095728C4E}" type="presParOf" srcId="{F3B87991-A4C7-4425-8830-1EC5B5A86910}" destId="{A24EA84D-C1CC-49FB-8C42-19C645057AB3}" srcOrd="3" destOrd="0" presId="urn:microsoft.com/office/officeart/2018/2/layout/IconVerticalSolidList"/>
    <dgm:cxn modelId="{FE4EC7F4-993D-4B25-A5D7-7296D1C1DAF8}" type="presParOf" srcId="{FCBEA716-0C1F-4686-AE28-EAA2AE88C4CA}" destId="{715439EC-81AB-4ABB-96F5-6220696D427A}" srcOrd="3" destOrd="0" presId="urn:microsoft.com/office/officeart/2018/2/layout/IconVerticalSolidList"/>
    <dgm:cxn modelId="{BE43858E-915A-4439-8EDE-652F70CD32B9}" type="presParOf" srcId="{FCBEA716-0C1F-4686-AE28-EAA2AE88C4CA}" destId="{BB3D080D-4EDD-4DF0-ACD1-DD9E6476F002}" srcOrd="4" destOrd="0" presId="urn:microsoft.com/office/officeart/2018/2/layout/IconVerticalSolidList"/>
    <dgm:cxn modelId="{71060292-294C-4FE7-A448-30B9C46F80CD}" type="presParOf" srcId="{BB3D080D-4EDD-4DF0-ACD1-DD9E6476F002}" destId="{07356732-A5CD-405F-A9F1-5D6A2AB58FA5}" srcOrd="0" destOrd="0" presId="urn:microsoft.com/office/officeart/2018/2/layout/IconVerticalSolidList"/>
    <dgm:cxn modelId="{B30698E7-BDC5-4674-8664-2FD4ADCACD44}" type="presParOf" srcId="{BB3D080D-4EDD-4DF0-ACD1-DD9E6476F002}" destId="{D6528A49-2D1C-44CA-9F5C-F38D5F8C0476}" srcOrd="1" destOrd="0" presId="urn:microsoft.com/office/officeart/2018/2/layout/IconVerticalSolidList"/>
    <dgm:cxn modelId="{33053010-E84E-4FE9-BEA6-FB4EC043A480}" type="presParOf" srcId="{BB3D080D-4EDD-4DF0-ACD1-DD9E6476F002}" destId="{619A6568-527F-4E2A-851C-2D8664C9211B}" srcOrd="2" destOrd="0" presId="urn:microsoft.com/office/officeart/2018/2/layout/IconVerticalSolidList"/>
    <dgm:cxn modelId="{A3ABF50A-51F8-41D6-AAF7-C1F7BB758AA5}" type="presParOf" srcId="{BB3D080D-4EDD-4DF0-ACD1-DD9E6476F002}" destId="{4A704C26-09DA-4775-BFE6-474B908F59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25B00-E8D1-4C5A-8079-35F17EFE809C}">
      <dsp:nvSpPr>
        <dsp:cNvPr id="0" name=""/>
        <dsp:cNvSpPr/>
      </dsp:nvSpPr>
      <dsp:spPr>
        <a:xfrm>
          <a:off x="0" y="147400"/>
          <a:ext cx="659198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Makes money work better for low-literacy users</a:t>
          </a:r>
        </a:p>
      </dsp:txBody>
      <dsp:txXfrm>
        <a:off x="25759" y="173159"/>
        <a:ext cx="6540467" cy="476152"/>
      </dsp:txXfrm>
    </dsp:sp>
    <dsp:sp modelId="{98F97537-3854-4572-A72F-917299059D6F}">
      <dsp:nvSpPr>
        <dsp:cNvPr id="0" name=""/>
        <dsp:cNvSpPr/>
      </dsp:nvSpPr>
      <dsp:spPr>
        <a:xfrm>
          <a:off x="0" y="738430"/>
          <a:ext cx="659198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 user: Ahmed sending urgent money</a:t>
          </a:r>
        </a:p>
      </dsp:txBody>
      <dsp:txXfrm>
        <a:off x="25759" y="764189"/>
        <a:ext cx="6540467" cy="476152"/>
      </dsp:txXfrm>
    </dsp:sp>
    <dsp:sp modelId="{E4D3B841-0F21-44F2-AD42-36313FE46AC6}">
      <dsp:nvSpPr>
        <dsp:cNvPr id="0" name=""/>
        <dsp:cNvSpPr/>
      </dsp:nvSpPr>
      <dsp:spPr>
        <a:xfrm>
          <a:off x="0" y="1329461"/>
          <a:ext cx="659198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Mock wallet + PIN + voice confirmation</a:t>
          </a:r>
        </a:p>
      </dsp:txBody>
      <dsp:txXfrm>
        <a:off x="25759" y="1355220"/>
        <a:ext cx="6540467" cy="476152"/>
      </dsp:txXfrm>
    </dsp:sp>
    <dsp:sp modelId="{BE7C34BD-25FA-4228-A5DC-9C187625D810}">
      <dsp:nvSpPr>
        <dsp:cNvPr id="0" name=""/>
        <dsp:cNvSpPr/>
      </dsp:nvSpPr>
      <dsp:spPr>
        <a:xfrm>
          <a:off x="0" y="1920491"/>
          <a:ext cx="659198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crypto, simple payments</a:t>
          </a:r>
        </a:p>
      </dsp:txBody>
      <dsp:txXfrm>
        <a:off x="25759" y="1946250"/>
        <a:ext cx="6540467" cy="476152"/>
      </dsp:txXfrm>
    </dsp:sp>
    <dsp:sp modelId="{4EDE7E0D-E84F-4C49-904A-F25F6BC3C37E}">
      <dsp:nvSpPr>
        <dsp:cNvPr id="0" name=""/>
        <dsp:cNvSpPr/>
      </dsp:nvSpPr>
      <dsp:spPr>
        <a:xfrm>
          <a:off x="0" y="2511521"/>
          <a:ext cx="659198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Whisper enables natural speech</a:t>
          </a:r>
        </a:p>
      </dsp:txBody>
      <dsp:txXfrm>
        <a:off x="25759" y="2537280"/>
        <a:ext cx="6540467" cy="476152"/>
      </dsp:txXfrm>
    </dsp:sp>
    <dsp:sp modelId="{2B43A188-D286-4BE8-9D67-1184CA1EC496}">
      <dsp:nvSpPr>
        <dsp:cNvPr id="0" name=""/>
        <dsp:cNvSpPr/>
      </dsp:nvSpPr>
      <dsp:spPr>
        <a:xfrm>
          <a:off x="0" y="3102551"/>
          <a:ext cx="659198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Complete, scoped solution</a:t>
          </a:r>
        </a:p>
      </dsp:txBody>
      <dsp:txXfrm>
        <a:off x="25759" y="3128310"/>
        <a:ext cx="6540467" cy="47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10304-B6DE-4305-ADD0-1945632C3166}">
      <dsp:nvSpPr>
        <dsp:cNvPr id="0" name=""/>
        <dsp:cNvSpPr/>
      </dsp:nvSpPr>
      <dsp:spPr>
        <a:xfrm>
          <a:off x="0" y="654810"/>
          <a:ext cx="674055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D113D-39F6-49C1-BC84-4342AD6F4F6B}">
      <dsp:nvSpPr>
        <dsp:cNvPr id="0" name=""/>
        <dsp:cNvSpPr/>
      </dsp:nvSpPr>
      <dsp:spPr>
        <a:xfrm>
          <a:off x="337027" y="418650"/>
          <a:ext cx="4718387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Ahmed – shopkeeper with basic phone</a:t>
          </a:r>
        </a:p>
      </dsp:txBody>
      <dsp:txXfrm>
        <a:off x="360084" y="441707"/>
        <a:ext cx="4672273" cy="426206"/>
      </dsp:txXfrm>
    </dsp:sp>
    <dsp:sp modelId="{9966E915-9CF3-4A5F-A0B4-59B09E50845C}">
      <dsp:nvSpPr>
        <dsp:cNvPr id="0" name=""/>
        <dsp:cNvSpPr/>
      </dsp:nvSpPr>
      <dsp:spPr>
        <a:xfrm>
          <a:off x="0" y="1380570"/>
          <a:ext cx="674055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A75D-5BEA-49AA-AA24-9A46E390E8E3}">
      <dsp:nvSpPr>
        <dsp:cNvPr id="0" name=""/>
        <dsp:cNvSpPr/>
      </dsp:nvSpPr>
      <dsp:spPr>
        <a:xfrm>
          <a:off x="337027" y="1144410"/>
          <a:ext cx="4718387" cy="472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Cannot use apps or read menus</a:t>
          </a:r>
        </a:p>
      </dsp:txBody>
      <dsp:txXfrm>
        <a:off x="360084" y="1167467"/>
        <a:ext cx="4672273" cy="426206"/>
      </dsp:txXfrm>
    </dsp:sp>
    <dsp:sp modelId="{BEA5A4A3-11A5-4DC2-8F17-CA4899A49343}">
      <dsp:nvSpPr>
        <dsp:cNvPr id="0" name=""/>
        <dsp:cNvSpPr/>
      </dsp:nvSpPr>
      <dsp:spPr>
        <a:xfrm>
          <a:off x="0" y="2106330"/>
          <a:ext cx="674055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45F6C-1D96-4B9B-B871-6F9D91C3629F}">
      <dsp:nvSpPr>
        <dsp:cNvPr id="0" name=""/>
        <dsp:cNvSpPr/>
      </dsp:nvSpPr>
      <dsp:spPr>
        <a:xfrm>
          <a:off x="337027" y="1870170"/>
          <a:ext cx="4718387" cy="472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Needs help repeatedly</a:t>
          </a:r>
        </a:p>
      </dsp:txBody>
      <dsp:txXfrm>
        <a:off x="360084" y="1893227"/>
        <a:ext cx="4672273" cy="426206"/>
      </dsp:txXfrm>
    </dsp:sp>
    <dsp:sp modelId="{8CF01C24-CA1D-4794-8963-09F08BCC5A12}">
      <dsp:nvSpPr>
        <dsp:cNvPr id="0" name=""/>
        <dsp:cNvSpPr/>
      </dsp:nvSpPr>
      <dsp:spPr>
        <a:xfrm>
          <a:off x="0" y="2832090"/>
          <a:ext cx="674055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3763B-FD45-48F9-9685-B234348C2C8A}">
      <dsp:nvSpPr>
        <dsp:cNvPr id="0" name=""/>
        <dsp:cNvSpPr/>
      </dsp:nvSpPr>
      <dsp:spPr>
        <a:xfrm>
          <a:off x="337027" y="2595930"/>
          <a:ext cx="4718387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Has money but cannot act independently</a:t>
          </a:r>
        </a:p>
      </dsp:txBody>
      <dsp:txXfrm>
        <a:off x="360084" y="2618987"/>
        <a:ext cx="4672273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C8C29-3ED8-414F-9F3A-25671979EF02}">
      <dsp:nvSpPr>
        <dsp:cNvPr id="0" name=""/>
        <dsp:cNvSpPr/>
      </dsp:nvSpPr>
      <dsp:spPr>
        <a:xfrm>
          <a:off x="335323" y="461115"/>
          <a:ext cx="1036880" cy="103688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906C1D-D3E8-4D4F-A697-D581E2BFC090}">
      <dsp:nvSpPr>
        <dsp:cNvPr id="0" name=""/>
        <dsp:cNvSpPr/>
      </dsp:nvSpPr>
      <dsp:spPr>
        <a:xfrm>
          <a:off x="556297" y="682089"/>
          <a:ext cx="594931" cy="594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8BC89-DECE-4CC3-9016-E5E163BD9B34}">
      <dsp:nvSpPr>
        <dsp:cNvPr id="0" name=""/>
        <dsp:cNvSpPr/>
      </dsp:nvSpPr>
      <dsp:spPr>
        <a:xfrm>
          <a:off x="3861" y="1820958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One phone call,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no internet</a:t>
          </a:r>
        </a:p>
      </dsp:txBody>
      <dsp:txXfrm>
        <a:off x="3861" y="1820958"/>
        <a:ext cx="1699804" cy="679921"/>
      </dsp:txXfrm>
    </dsp:sp>
    <dsp:sp modelId="{E5304900-83CB-478C-8F39-D593374AC7C3}">
      <dsp:nvSpPr>
        <dsp:cNvPr id="0" name=""/>
        <dsp:cNvSpPr/>
      </dsp:nvSpPr>
      <dsp:spPr>
        <a:xfrm>
          <a:off x="2332593" y="461115"/>
          <a:ext cx="1036880" cy="103688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29541-9AE1-4FAD-A805-0D287F7B7AD4}">
      <dsp:nvSpPr>
        <dsp:cNvPr id="0" name=""/>
        <dsp:cNvSpPr/>
      </dsp:nvSpPr>
      <dsp:spPr>
        <a:xfrm>
          <a:off x="2553568" y="682089"/>
          <a:ext cx="594931" cy="594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E30A4-45B7-4D45-81DA-FD872CC2813F}">
      <dsp:nvSpPr>
        <dsp:cNvPr id="0" name=""/>
        <dsp:cNvSpPr/>
      </dsp:nvSpPr>
      <dsp:spPr>
        <a:xfrm>
          <a:off x="2001131" y="1820958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Natural speech commands</a:t>
          </a:r>
        </a:p>
      </dsp:txBody>
      <dsp:txXfrm>
        <a:off x="2001131" y="1820958"/>
        <a:ext cx="1699804" cy="679921"/>
      </dsp:txXfrm>
    </dsp:sp>
    <dsp:sp modelId="{115D874C-CEF7-4C8F-9594-3ACE3EA5BD61}">
      <dsp:nvSpPr>
        <dsp:cNvPr id="0" name=""/>
        <dsp:cNvSpPr/>
      </dsp:nvSpPr>
      <dsp:spPr>
        <a:xfrm>
          <a:off x="4329864" y="461115"/>
          <a:ext cx="1036880" cy="103688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6275B-1B62-4D62-9318-922DE36D8247}">
      <dsp:nvSpPr>
        <dsp:cNvPr id="0" name=""/>
        <dsp:cNvSpPr/>
      </dsp:nvSpPr>
      <dsp:spPr>
        <a:xfrm>
          <a:off x="4550838" y="682089"/>
          <a:ext cx="594931" cy="594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F2BCA-9027-420A-A810-4B53FF417884}">
      <dsp:nvSpPr>
        <dsp:cNvPr id="0" name=""/>
        <dsp:cNvSpPr/>
      </dsp:nvSpPr>
      <dsp:spPr>
        <a:xfrm>
          <a:off x="3998402" y="1820958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No app,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no reading</a:t>
          </a:r>
        </a:p>
      </dsp:txBody>
      <dsp:txXfrm>
        <a:off x="3998402" y="1820958"/>
        <a:ext cx="1699804" cy="679921"/>
      </dsp:txXfrm>
    </dsp:sp>
    <dsp:sp modelId="{DD42837C-3E63-4F57-A6BE-FFFA6AD9116E}">
      <dsp:nvSpPr>
        <dsp:cNvPr id="0" name=""/>
        <dsp:cNvSpPr/>
      </dsp:nvSpPr>
      <dsp:spPr>
        <a:xfrm>
          <a:off x="6327134" y="461115"/>
          <a:ext cx="1036880" cy="103688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FEADA-BB71-4378-A5F5-2CD25D752D64}">
      <dsp:nvSpPr>
        <dsp:cNvPr id="0" name=""/>
        <dsp:cNvSpPr/>
      </dsp:nvSpPr>
      <dsp:spPr>
        <a:xfrm>
          <a:off x="6548109" y="682089"/>
          <a:ext cx="594931" cy="594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D79F8-39EC-4EFC-B06D-78441C441D94}">
      <dsp:nvSpPr>
        <dsp:cNvPr id="0" name=""/>
        <dsp:cNvSpPr/>
      </dsp:nvSpPr>
      <dsp:spPr>
        <a:xfrm>
          <a:off x="5995672" y="1820958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Send money + check balance</a:t>
          </a:r>
        </a:p>
      </dsp:txBody>
      <dsp:txXfrm>
        <a:off x="5995672" y="1820958"/>
        <a:ext cx="1699804" cy="6799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E2E6C-F117-4AE5-BCE3-E368DC372158}">
      <dsp:nvSpPr>
        <dsp:cNvPr id="0" name=""/>
        <dsp:cNvSpPr/>
      </dsp:nvSpPr>
      <dsp:spPr>
        <a:xfrm>
          <a:off x="0" y="642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B1779-04D1-4089-8E4A-207CB37E5C8B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C860C-B91D-4A3D-BD26-1AD30DA71724}">
      <dsp:nvSpPr>
        <dsp:cNvPr id="0" name=""/>
        <dsp:cNvSpPr/>
      </dsp:nvSpPr>
      <dsp:spPr>
        <a:xfrm>
          <a:off x="1736952" y="642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Call → Twilio → Whisper → NLP → Flask → DB → gTTS</a:t>
          </a:r>
        </a:p>
      </dsp:txBody>
      <dsp:txXfrm>
        <a:off x="1736952" y="642"/>
        <a:ext cx="3387206" cy="1503855"/>
      </dsp:txXfrm>
    </dsp:sp>
    <dsp:sp modelId="{74F636B9-0125-43E0-A5B4-1E2850E0A977}">
      <dsp:nvSpPr>
        <dsp:cNvPr id="0" name=""/>
        <dsp:cNvSpPr/>
      </dsp:nvSpPr>
      <dsp:spPr>
        <a:xfrm>
          <a:off x="0" y="1880461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5CFD8-C8E6-4065-BE9F-C6E3BB74A2DC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8C40B-AA67-4FE8-A706-F355E82C9E31}">
      <dsp:nvSpPr>
        <dsp:cNvPr id="0" name=""/>
        <dsp:cNvSpPr/>
      </dsp:nvSpPr>
      <dsp:spPr>
        <a:xfrm>
          <a:off x="1736952" y="1880461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Response via voice</a:t>
          </a:r>
        </a:p>
      </dsp:txBody>
      <dsp:txXfrm>
        <a:off x="1736952" y="1880461"/>
        <a:ext cx="3387206" cy="1503855"/>
      </dsp:txXfrm>
    </dsp:sp>
    <dsp:sp modelId="{0F590C93-B467-413F-B2E2-DD9404F8AFE6}">
      <dsp:nvSpPr>
        <dsp:cNvPr id="0" name=""/>
        <dsp:cNvSpPr/>
      </dsp:nvSpPr>
      <dsp:spPr>
        <a:xfrm>
          <a:off x="0" y="3760280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A5436-B10C-4D45-89CE-D2F2575B0810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6B332-3974-48A9-93AA-BF5BDF9C642D}">
      <dsp:nvSpPr>
        <dsp:cNvPr id="0" name=""/>
        <dsp:cNvSpPr/>
      </dsp:nvSpPr>
      <dsp:spPr>
        <a:xfrm>
          <a:off x="1736952" y="3760280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&lt; 30 seconds per transaction</a:t>
          </a:r>
        </a:p>
      </dsp:txBody>
      <dsp:txXfrm>
        <a:off x="1736952" y="3760280"/>
        <a:ext cx="3387206" cy="15038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E50AA-DA9D-4DB1-86B5-D66A714D2768}">
      <dsp:nvSpPr>
        <dsp:cNvPr id="0" name=""/>
        <dsp:cNvSpPr/>
      </dsp:nvSpPr>
      <dsp:spPr>
        <a:xfrm>
          <a:off x="0" y="642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25743-A1C9-4502-96AB-320A6690D01F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D26B4-C5F1-4915-8C72-A3A7A22229A7}">
      <dsp:nvSpPr>
        <dsp:cNvPr id="0" name=""/>
        <dsp:cNvSpPr/>
      </dsp:nvSpPr>
      <dsp:spPr>
        <a:xfrm>
          <a:off x="1736952" y="642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Send money</a:t>
          </a:r>
        </a:p>
      </dsp:txBody>
      <dsp:txXfrm>
        <a:off x="1736952" y="642"/>
        <a:ext cx="3387206" cy="1503855"/>
      </dsp:txXfrm>
    </dsp:sp>
    <dsp:sp modelId="{35EBC5FB-367D-4FAD-8100-5332790EE6C7}">
      <dsp:nvSpPr>
        <dsp:cNvPr id="0" name=""/>
        <dsp:cNvSpPr/>
      </dsp:nvSpPr>
      <dsp:spPr>
        <a:xfrm>
          <a:off x="0" y="1880461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BDB08-E783-493D-B212-4AA2827498E6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EA84D-C1CC-49FB-8C42-19C645057AB3}">
      <dsp:nvSpPr>
        <dsp:cNvPr id="0" name=""/>
        <dsp:cNvSpPr/>
      </dsp:nvSpPr>
      <dsp:spPr>
        <a:xfrm>
          <a:off x="1736952" y="1880461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Check balance repeatedly</a:t>
          </a:r>
        </a:p>
      </dsp:txBody>
      <dsp:txXfrm>
        <a:off x="1736952" y="1880461"/>
        <a:ext cx="3387206" cy="1503855"/>
      </dsp:txXfrm>
    </dsp:sp>
    <dsp:sp modelId="{07356732-A5CD-405F-A9F1-5D6A2AB58FA5}">
      <dsp:nvSpPr>
        <dsp:cNvPr id="0" name=""/>
        <dsp:cNvSpPr/>
      </dsp:nvSpPr>
      <dsp:spPr>
        <a:xfrm>
          <a:off x="0" y="3760280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528A49-2D1C-44CA-9F5C-F38D5F8C0476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04C26-09DA-4775-BFE6-474B908F5941}">
      <dsp:nvSpPr>
        <dsp:cNvPr id="0" name=""/>
        <dsp:cNvSpPr/>
      </dsp:nvSpPr>
      <dsp:spPr>
        <a:xfrm>
          <a:off x="1736952" y="3760280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Voice confirmation</a:t>
          </a:r>
        </a:p>
      </dsp:txBody>
      <dsp:txXfrm>
        <a:off x="1736952" y="3760280"/>
        <a:ext cx="3387206" cy="1503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0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9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7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3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6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3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0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5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12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8334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17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3647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64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09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0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6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roup 436">
            <a:extLst>
              <a:ext uri="{FF2B5EF4-FFF2-40B4-BE49-F238E27FC236}">
                <a16:creationId xmlns:a16="http://schemas.microsoft.com/office/drawing/2014/main" id="{8D44E099-FC66-4167-A593-8F6FBB5EE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425" name="Freeform 11">
              <a:extLst>
                <a:ext uri="{FF2B5EF4-FFF2-40B4-BE49-F238E27FC236}">
                  <a16:creationId xmlns:a16="http://schemas.microsoft.com/office/drawing/2014/main" id="{47171E04-FEC4-4208-A619-A786E423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51" name="Freeform 12">
              <a:extLst>
                <a:ext uri="{FF2B5EF4-FFF2-40B4-BE49-F238E27FC236}">
                  <a16:creationId xmlns:a16="http://schemas.microsoft.com/office/drawing/2014/main" id="{F3DE8019-884E-41C9-A54C-AC668CA526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27" name="Freeform 13">
              <a:extLst>
                <a:ext uri="{FF2B5EF4-FFF2-40B4-BE49-F238E27FC236}">
                  <a16:creationId xmlns:a16="http://schemas.microsoft.com/office/drawing/2014/main" id="{462C1647-5880-4037-8FCE-16E1F646C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28" name="Freeform 14">
              <a:extLst>
                <a:ext uri="{FF2B5EF4-FFF2-40B4-BE49-F238E27FC236}">
                  <a16:creationId xmlns:a16="http://schemas.microsoft.com/office/drawing/2014/main" id="{C91082BE-FDAA-4A80-88B6-C5F5AD0C2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29" name="Freeform 15">
              <a:extLst>
                <a:ext uri="{FF2B5EF4-FFF2-40B4-BE49-F238E27FC236}">
                  <a16:creationId xmlns:a16="http://schemas.microsoft.com/office/drawing/2014/main" id="{059FE918-3CB9-43E6-8025-22A9C21C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0" name="Freeform 16">
              <a:extLst>
                <a:ext uri="{FF2B5EF4-FFF2-40B4-BE49-F238E27FC236}">
                  <a16:creationId xmlns:a16="http://schemas.microsoft.com/office/drawing/2014/main" id="{E30464D7-34FF-42C8-8686-C3A865E90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1" name="Freeform 17">
              <a:extLst>
                <a:ext uri="{FF2B5EF4-FFF2-40B4-BE49-F238E27FC236}">
                  <a16:creationId xmlns:a16="http://schemas.microsoft.com/office/drawing/2014/main" id="{07281894-7888-434B-BC17-FB67B4879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2" name="Freeform 18">
              <a:extLst>
                <a:ext uri="{FF2B5EF4-FFF2-40B4-BE49-F238E27FC236}">
                  <a16:creationId xmlns:a16="http://schemas.microsoft.com/office/drawing/2014/main" id="{7CDF6636-2EE5-4477-B1E7-136C9B4F3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3" name="Freeform 19">
              <a:extLst>
                <a:ext uri="{FF2B5EF4-FFF2-40B4-BE49-F238E27FC236}">
                  <a16:creationId xmlns:a16="http://schemas.microsoft.com/office/drawing/2014/main" id="{6A01C238-0F7D-4DF5-A879-329020008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4" name="Freeform 20">
              <a:extLst>
                <a:ext uri="{FF2B5EF4-FFF2-40B4-BE49-F238E27FC236}">
                  <a16:creationId xmlns:a16="http://schemas.microsoft.com/office/drawing/2014/main" id="{AA10B8D3-BE6D-40AB-BA54-12C4758E5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5" name="Freeform 21">
              <a:extLst>
                <a:ext uri="{FF2B5EF4-FFF2-40B4-BE49-F238E27FC236}">
                  <a16:creationId xmlns:a16="http://schemas.microsoft.com/office/drawing/2014/main" id="{4CD8C1DF-88C2-4F11-AA23-36D5B5BD3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6" name="Freeform 22">
              <a:extLst>
                <a:ext uri="{FF2B5EF4-FFF2-40B4-BE49-F238E27FC236}">
                  <a16:creationId xmlns:a16="http://schemas.microsoft.com/office/drawing/2014/main" id="{9AF01696-99FF-4093-938A-38D0C7223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629FAB3C-6A93-4306-8525-B9FC787B1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439" name="Freeform 27">
              <a:extLst>
                <a:ext uri="{FF2B5EF4-FFF2-40B4-BE49-F238E27FC236}">
                  <a16:creationId xmlns:a16="http://schemas.microsoft.com/office/drawing/2014/main" id="{8838005D-B3A9-4E56-9BFB-3DD99E4BB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0" name="Freeform 28">
              <a:extLst>
                <a:ext uri="{FF2B5EF4-FFF2-40B4-BE49-F238E27FC236}">
                  <a16:creationId xmlns:a16="http://schemas.microsoft.com/office/drawing/2014/main" id="{6450237E-A2DE-4BA3-AF9F-06399E5CF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1" name="Freeform 29">
              <a:extLst>
                <a:ext uri="{FF2B5EF4-FFF2-40B4-BE49-F238E27FC236}">
                  <a16:creationId xmlns:a16="http://schemas.microsoft.com/office/drawing/2014/main" id="{A643E849-3FBA-4248-B0DF-9D6737E23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2" name="Freeform 30">
              <a:extLst>
                <a:ext uri="{FF2B5EF4-FFF2-40B4-BE49-F238E27FC236}">
                  <a16:creationId xmlns:a16="http://schemas.microsoft.com/office/drawing/2014/main" id="{231C0782-59AA-4C4F-8B86-85102F701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3" name="Freeform 31">
              <a:extLst>
                <a:ext uri="{FF2B5EF4-FFF2-40B4-BE49-F238E27FC236}">
                  <a16:creationId xmlns:a16="http://schemas.microsoft.com/office/drawing/2014/main" id="{E19975F5-4F93-41BF-9A6D-1E6CFDFF1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4" name="Freeform 32">
              <a:extLst>
                <a:ext uri="{FF2B5EF4-FFF2-40B4-BE49-F238E27FC236}">
                  <a16:creationId xmlns:a16="http://schemas.microsoft.com/office/drawing/2014/main" id="{AE6458FC-D3D9-469F-A8FB-0431BD15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5" name="Freeform 33">
              <a:extLst>
                <a:ext uri="{FF2B5EF4-FFF2-40B4-BE49-F238E27FC236}">
                  <a16:creationId xmlns:a16="http://schemas.microsoft.com/office/drawing/2014/main" id="{90B9693F-2248-4DB8-A528-52C13C636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6" name="Freeform 34">
              <a:extLst>
                <a:ext uri="{FF2B5EF4-FFF2-40B4-BE49-F238E27FC236}">
                  <a16:creationId xmlns:a16="http://schemas.microsoft.com/office/drawing/2014/main" id="{11CC5E15-09A8-41A0-930D-434F7D8D6F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7" name="Freeform 35">
              <a:extLst>
                <a:ext uri="{FF2B5EF4-FFF2-40B4-BE49-F238E27FC236}">
                  <a16:creationId xmlns:a16="http://schemas.microsoft.com/office/drawing/2014/main" id="{B5566C56-67EC-43D7-A3D2-3CCBEDAFC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8" name="Freeform 36">
              <a:extLst>
                <a:ext uri="{FF2B5EF4-FFF2-40B4-BE49-F238E27FC236}">
                  <a16:creationId xmlns:a16="http://schemas.microsoft.com/office/drawing/2014/main" id="{CF74AC36-5E17-4D3B-A93B-1645741EB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9" name="Freeform 37">
              <a:extLst>
                <a:ext uri="{FF2B5EF4-FFF2-40B4-BE49-F238E27FC236}">
                  <a16:creationId xmlns:a16="http://schemas.microsoft.com/office/drawing/2014/main" id="{39818481-D2FB-4507-B11D-8C6342ACF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50" name="Freeform 38">
              <a:extLst>
                <a:ext uri="{FF2B5EF4-FFF2-40B4-BE49-F238E27FC236}">
                  <a16:creationId xmlns:a16="http://schemas.microsoft.com/office/drawing/2014/main" id="{E996F5F0-3979-44D1-9AE3-1251DA5D2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452" name="Rectangle 451">
            <a:extLst>
              <a:ext uri="{FF2B5EF4-FFF2-40B4-BE49-F238E27FC236}">
                <a16:creationId xmlns:a16="http://schemas.microsoft.com/office/drawing/2014/main" id="{05C469C2-FE8F-491E-9139-7E7F8BB38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54" name="Freeform 11">
            <a:extLst>
              <a:ext uri="{FF2B5EF4-FFF2-40B4-BE49-F238E27FC236}">
                <a16:creationId xmlns:a16="http://schemas.microsoft.com/office/drawing/2014/main" id="{0D31E63E-1DE1-4400-9D1A-FA0378B29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456" name="Rectangle 455">
            <a:extLst>
              <a:ext uri="{FF2B5EF4-FFF2-40B4-BE49-F238E27FC236}">
                <a16:creationId xmlns:a16="http://schemas.microsoft.com/office/drawing/2014/main" id="{A7AF9E2D-8F98-4755-895E-D65689F2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94D3C8C4-8367-4524-B9C5-2B3ACA682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27110" y="228600"/>
            <a:ext cx="2138628" cy="6638625"/>
            <a:chOff x="2487613" y="285750"/>
            <a:chExt cx="2428875" cy="5654676"/>
          </a:xfrm>
        </p:grpSpPr>
        <p:sp>
          <p:nvSpPr>
            <p:cNvPr id="459" name="Freeform 11">
              <a:extLst>
                <a:ext uri="{FF2B5EF4-FFF2-40B4-BE49-F238E27FC236}">
                  <a16:creationId xmlns:a16="http://schemas.microsoft.com/office/drawing/2014/main" id="{38BDB546-CAFB-429D-8D82-4F3AA2891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0" name="Freeform 12">
              <a:extLst>
                <a:ext uri="{FF2B5EF4-FFF2-40B4-BE49-F238E27FC236}">
                  <a16:creationId xmlns:a16="http://schemas.microsoft.com/office/drawing/2014/main" id="{8F202AFF-3597-4A70-9149-0AA2AACBB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1" name="Freeform 13">
              <a:extLst>
                <a:ext uri="{FF2B5EF4-FFF2-40B4-BE49-F238E27FC236}">
                  <a16:creationId xmlns:a16="http://schemas.microsoft.com/office/drawing/2014/main" id="{5B91C985-1FBD-4FEE-8FB4-FBD47CF0A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2" name="Freeform 14">
              <a:extLst>
                <a:ext uri="{FF2B5EF4-FFF2-40B4-BE49-F238E27FC236}">
                  <a16:creationId xmlns:a16="http://schemas.microsoft.com/office/drawing/2014/main" id="{E045B090-8B4D-4553-997E-D7A7A2B9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3" name="Freeform 15">
              <a:extLst>
                <a:ext uri="{FF2B5EF4-FFF2-40B4-BE49-F238E27FC236}">
                  <a16:creationId xmlns:a16="http://schemas.microsoft.com/office/drawing/2014/main" id="{79661459-591F-41BD-85A7-882DF2E54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4" name="Freeform 16">
              <a:extLst>
                <a:ext uri="{FF2B5EF4-FFF2-40B4-BE49-F238E27FC236}">
                  <a16:creationId xmlns:a16="http://schemas.microsoft.com/office/drawing/2014/main" id="{172E6458-D7F5-4E0B-8098-F3A9B7446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5" name="Freeform 17">
              <a:extLst>
                <a:ext uri="{FF2B5EF4-FFF2-40B4-BE49-F238E27FC236}">
                  <a16:creationId xmlns:a16="http://schemas.microsoft.com/office/drawing/2014/main" id="{5D1FE182-350A-4951-99FA-123B15A19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6" name="Freeform 18">
              <a:extLst>
                <a:ext uri="{FF2B5EF4-FFF2-40B4-BE49-F238E27FC236}">
                  <a16:creationId xmlns:a16="http://schemas.microsoft.com/office/drawing/2014/main" id="{CBFDC3F8-18F5-41F0-9926-097682CEE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7" name="Freeform 19">
              <a:extLst>
                <a:ext uri="{FF2B5EF4-FFF2-40B4-BE49-F238E27FC236}">
                  <a16:creationId xmlns:a16="http://schemas.microsoft.com/office/drawing/2014/main" id="{F4B5A695-E6ED-4C81-A965-0461489F8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8" name="Freeform 20">
              <a:extLst>
                <a:ext uri="{FF2B5EF4-FFF2-40B4-BE49-F238E27FC236}">
                  <a16:creationId xmlns:a16="http://schemas.microsoft.com/office/drawing/2014/main" id="{CF31B175-CBC2-449D-8998-0BA7711EA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9" name="Freeform 21">
              <a:extLst>
                <a:ext uri="{FF2B5EF4-FFF2-40B4-BE49-F238E27FC236}">
                  <a16:creationId xmlns:a16="http://schemas.microsoft.com/office/drawing/2014/main" id="{47A691C8-6328-4014-BB1A-CB4824DEB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0" name="Freeform 22">
              <a:extLst>
                <a:ext uri="{FF2B5EF4-FFF2-40B4-BE49-F238E27FC236}">
                  <a16:creationId xmlns:a16="http://schemas.microsoft.com/office/drawing/2014/main" id="{94EADC73-ECA3-447E-8D07-AE215A3C4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CDA2558E-94AE-4C16-8CD0-DCF447C98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07832" y="-786"/>
            <a:ext cx="1767505" cy="6854040"/>
            <a:chOff x="6627813" y="194833"/>
            <a:chExt cx="1952625" cy="5678918"/>
          </a:xfrm>
        </p:grpSpPr>
        <p:sp>
          <p:nvSpPr>
            <p:cNvPr id="473" name="Freeform 27">
              <a:extLst>
                <a:ext uri="{FF2B5EF4-FFF2-40B4-BE49-F238E27FC236}">
                  <a16:creationId xmlns:a16="http://schemas.microsoft.com/office/drawing/2014/main" id="{6928DF6B-A616-4A71-B951-9D8EAA775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4" name="Freeform 28">
              <a:extLst>
                <a:ext uri="{FF2B5EF4-FFF2-40B4-BE49-F238E27FC236}">
                  <a16:creationId xmlns:a16="http://schemas.microsoft.com/office/drawing/2014/main" id="{CD6B4E15-CED4-45FA-874A-EA347C912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5" name="Freeform 29">
              <a:extLst>
                <a:ext uri="{FF2B5EF4-FFF2-40B4-BE49-F238E27FC236}">
                  <a16:creationId xmlns:a16="http://schemas.microsoft.com/office/drawing/2014/main" id="{A4EE38F8-BF90-4D7F-8691-89ED516D7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6" name="Freeform 30">
              <a:extLst>
                <a:ext uri="{FF2B5EF4-FFF2-40B4-BE49-F238E27FC236}">
                  <a16:creationId xmlns:a16="http://schemas.microsoft.com/office/drawing/2014/main" id="{2889210F-D6E4-4311-8BF3-DAD3FF49A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7" name="Freeform 31">
              <a:extLst>
                <a:ext uri="{FF2B5EF4-FFF2-40B4-BE49-F238E27FC236}">
                  <a16:creationId xmlns:a16="http://schemas.microsoft.com/office/drawing/2014/main" id="{44641BAA-087D-4656-8D6F-EA70FB67F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8" name="Freeform 32">
              <a:extLst>
                <a:ext uri="{FF2B5EF4-FFF2-40B4-BE49-F238E27FC236}">
                  <a16:creationId xmlns:a16="http://schemas.microsoft.com/office/drawing/2014/main" id="{DCEB55E2-FCCA-48F5-917E-8B3F26EC8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9" name="Freeform 33">
              <a:extLst>
                <a:ext uri="{FF2B5EF4-FFF2-40B4-BE49-F238E27FC236}">
                  <a16:creationId xmlns:a16="http://schemas.microsoft.com/office/drawing/2014/main" id="{45869B9E-3378-49CB-8EE1-FECA7D780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0" name="Freeform 34">
              <a:extLst>
                <a:ext uri="{FF2B5EF4-FFF2-40B4-BE49-F238E27FC236}">
                  <a16:creationId xmlns:a16="http://schemas.microsoft.com/office/drawing/2014/main" id="{3497B8C7-AB4A-40B7-A86E-112D90CC6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1" name="Freeform 35">
              <a:extLst>
                <a:ext uri="{FF2B5EF4-FFF2-40B4-BE49-F238E27FC236}">
                  <a16:creationId xmlns:a16="http://schemas.microsoft.com/office/drawing/2014/main" id="{D5A7E348-C28C-4626-9026-59B6B9F7A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2" name="Freeform 36">
              <a:extLst>
                <a:ext uri="{FF2B5EF4-FFF2-40B4-BE49-F238E27FC236}">
                  <a16:creationId xmlns:a16="http://schemas.microsoft.com/office/drawing/2014/main" id="{A4FF1CA0-E6B1-4861-A2CD-144E06299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3" name="Freeform 37">
              <a:extLst>
                <a:ext uri="{FF2B5EF4-FFF2-40B4-BE49-F238E27FC236}">
                  <a16:creationId xmlns:a16="http://schemas.microsoft.com/office/drawing/2014/main" id="{774FF261-7109-4B0E-B24B-622F4209C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4" name="Freeform 38">
              <a:extLst>
                <a:ext uri="{FF2B5EF4-FFF2-40B4-BE49-F238E27FC236}">
                  <a16:creationId xmlns:a16="http://schemas.microsoft.com/office/drawing/2014/main" id="{3ECECA25-954F-4011-ADFF-BBFC4A00D3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2322" y="624110"/>
            <a:ext cx="3766137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0" i="0"/>
              <a:t>VoicePay</a:t>
            </a:r>
          </a:p>
        </p:txBody>
      </p:sp>
      <p:pic>
        <p:nvPicPr>
          <p:cNvPr id="36" name="Picture 2" descr="Admissions - Ghulam Ishaq Khan Institute of Engineering ...">
            <a:extLst>
              <a:ext uri="{FF2B5EF4-FFF2-40B4-BE49-F238E27FC236}">
                <a16:creationId xmlns:a16="http://schemas.microsoft.com/office/drawing/2014/main" id="{2171C22A-4A9B-3B67-3BAA-28F68CD4E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" r="-1" b="792"/>
          <a:stretch>
            <a:fillRect/>
          </a:stretch>
        </p:blipFill>
        <p:spPr bwMode="auto">
          <a:xfrm>
            <a:off x="20" y="10"/>
            <a:ext cx="3485218" cy="342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6" name="Rectangle 485">
            <a:extLst>
              <a:ext uri="{FF2B5EF4-FFF2-40B4-BE49-F238E27FC236}">
                <a16:creationId xmlns:a16="http://schemas.microsoft.com/office/drawing/2014/main" id="{6D0FFBDB-89D1-4050-8FE5-AFC94C076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4278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88" name="Freeform 11">
            <a:extLst>
              <a:ext uri="{FF2B5EF4-FFF2-40B4-BE49-F238E27FC236}">
                <a16:creationId xmlns:a16="http://schemas.microsoft.com/office/drawing/2014/main" id="{75823B85-53D1-46E0-BC58-872776B5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3484278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DFDB635-D3D8-D9A2-9145-165D2CBDC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3" r="-1" b="-1"/>
          <a:stretch>
            <a:fillRect/>
          </a:stretch>
        </p:blipFill>
        <p:spPr>
          <a:xfrm>
            <a:off x="20" y="3429000"/>
            <a:ext cx="3485218" cy="3429000"/>
          </a:xfrm>
          <a:prstGeom prst="rect">
            <a:avLst/>
          </a:prstGeom>
        </p:spPr>
      </p:pic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81F86B2C-5FF7-48E0-B5B0-ABEA39A1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429000"/>
            <a:ext cx="3496978" cy="0"/>
          </a:xfrm>
          <a:prstGeom prst="line">
            <a:avLst/>
          </a:prstGeom>
          <a:ln w="50800" cap="flat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8643" y="2133600"/>
            <a:ext cx="3799814" cy="377762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Voice-First Financial System</a:t>
            </a:r>
          </a:p>
          <a:p>
            <a:pPr indent="-228600">
              <a:buFont typeface="Wingdings 3" charset="2"/>
              <a:buChar char="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2286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Hamza Ijaz</a:t>
            </a:r>
          </a:p>
          <a:p>
            <a:pPr indent="-2286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Farhan Ullah</a:t>
            </a:r>
          </a:p>
          <a:p>
            <a:pPr indent="-2286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Aqib Ali </a:t>
            </a:r>
            <a:b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Theme Match – Why VoicePay Belongs to Money Moves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399847-0D8C-5113-9C52-042845A15D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42415" y="2133600"/>
          <a:ext cx="6591985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t>The Real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B94088-AD0A-373C-D253-25E44D42D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030686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Solution – VoicePay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719D61-D3E1-4CDB-106B-09BAE2B12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285855"/>
              </p:ext>
            </p:extLst>
          </p:nvPr>
        </p:nvGraphicFramePr>
        <p:xfrm>
          <a:off x="720759" y="2930805"/>
          <a:ext cx="7699339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94C79E-49A9-665C-31EC-C9AACDF8A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752407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316558D0-F4C4-B20D-6613-2312BE72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04" r="27990"/>
          <a:stretch>
            <a:fillRect/>
          </a:stretch>
        </p:blipFill>
        <p:spPr>
          <a:xfrm>
            <a:off x="3364167" y="10"/>
            <a:ext cx="5779833" cy="6857990"/>
          </a:xfrm>
          <a:prstGeom prst="rect">
            <a:avLst/>
          </a:prstGeom>
        </p:spPr>
      </p:pic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6127684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43" y="624110"/>
            <a:ext cx="3467967" cy="1280890"/>
          </a:xfrm>
        </p:spPr>
        <p:txBody>
          <a:bodyPr>
            <a:normAutofit/>
          </a:bodyPr>
          <a:lstStyle/>
          <a:p>
            <a:r>
              <a:t>Why Whisper?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859" y="2133600"/>
            <a:ext cx="3469411" cy="3777622"/>
          </a:xfrm>
        </p:spPr>
        <p:txBody>
          <a:bodyPr>
            <a:normAutofit/>
          </a:bodyPr>
          <a:lstStyle/>
          <a:p>
            <a:r>
              <a:rPr dirty="0"/>
              <a:t>No menus needed</a:t>
            </a:r>
          </a:p>
          <a:p>
            <a:r>
              <a:rPr dirty="0"/>
              <a:t>Natural speech understanding</a:t>
            </a:r>
          </a:p>
          <a:p>
            <a:r>
              <a:rPr dirty="0"/>
              <a:t>Handles full commands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27110" y="228600"/>
            <a:ext cx="2138628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07832" y="-786"/>
            <a:ext cx="176750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322" y="624110"/>
            <a:ext cx="3766137" cy="1280890"/>
          </a:xfrm>
        </p:spPr>
        <p:txBody>
          <a:bodyPr>
            <a:normAutofit/>
          </a:bodyPr>
          <a:lstStyle/>
          <a:p>
            <a:r>
              <a:t>Security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4278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3484278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pic>
        <p:nvPicPr>
          <p:cNvPr id="5" name="Picture 4" descr="3D technology art">
            <a:extLst>
              <a:ext uri="{FF2B5EF4-FFF2-40B4-BE49-F238E27FC236}">
                <a16:creationId xmlns:a16="http://schemas.microsoft.com/office/drawing/2014/main" id="{21E156AD-2B45-0AD9-D2D1-A70699BDF5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0" r="40642" b="-2"/>
          <a:stretch>
            <a:fillRect/>
          </a:stretch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643" y="2133600"/>
            <a:ext cx="3799814" cy="3777622"/>
          </a:xfrm>
        </p:spPr>
        <p:txBody>
          <a:bodyPr>
            <a:normAutofit/>
          </a:bodyPr>
          <a:lstStyle/>
          <a:p>
            <a:r>
              <a:t>Caller ID</a:t>
            </a:r>
          </a:p>
          <a:p>
            <a:r>
              <a:t>Spoken PIN</a:t>
            </a:r>
          </a:p>
          <a:p>
            <a:r>
              <a:t>Voice confirmation</a:t>
            </a:r>
          </a:p>
          <a:p>
            <a:r>
              <a:t>Mock system, no real funds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Core Features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21A07E-EAA2-D131-5FE7-016F618C3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754472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879851-1A1D-4246-AAA1-C484E858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41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D94AC4AE-CEA1-DCB1-B4D2-3602DF1D8A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1097" r="8237" b="1"/>
          <a:stretch>
            <a:fillRect/>
          </a:stretch>
        </p:blipFill>
        <p:spPr>
          <a:xfrm>
            <a:off x="-6618" y="-5610"/>
            <a:ext cx="9143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3" y="624110"/>
            <a:ext cx="6683766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>
            <a:normAutofit/>
          </a:bodyPr>
          <a:lstStyle/>
          <a:p>
            <a:r>
              <a:rPr lang="en-GB" dirty="0"/>
              <a:t>User checks balance</a:t>
            </a:r>
          </a:p>
          <a:p>
            <a:r>
              <a:rPr lang="en-GB" dirty="0"/>
              <a:t>Sends money</a:t>
            </a:r>
          </a:p>
          <a:p>
            <a:r>
              <a:rPr lang="en-GB" dirty="0"/>
              <a:t>Confirms</a:t>
            </a:r>
          </a:p>
          <a:p>
            <a:r>
              <a:rPr lang="en-GB" dirty="0"/>
              <a:t>Checks again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3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0D21C940-2474-1101-EAC3-C8636501FA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09" y="2514600"/>
            <a:ext cx="6686550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 Question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9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6278" y="4714613"/>
            <a:ext cx="528506" cy="1160871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</TotalTime>
  <Words>170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VoicePay</vt:lpstr>
      <vt:lpstr>Theme Match – Why VoicePay Belongs to Money Moves</vt:lpstr>
      <vt:lpstr>The Real Problem</vt:lpstr>
      <vt:lpstr>The Solution – VoicePay</vt:lpstr>
      <vt:lpstr>How It Works</vt:lpstr>
      <vt:lpstr>Why Whisper?</vt:lpstr>
      <vt:lpstr>Security</vt:lpstr>
      <vt:lpstr>Core Features</vt:lpstr>
      <vt:lpstr>Demo</vt:lpstr>
      <vt:lpstr> 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u2024207</cp:lastModifiedBy>
  <cp:revision>3</cp:revision>
  <dcterms:created xsi:type="dcterms:W3CDTF">2013-01-27T09:14:16Z</dcterms:created>
  <dcterms:modified xsi:type="dcterms:W3CDTF">2026-04-19T01:32:45Z</dcterms:modified>
  <cp:category/>
</cp:coreProperties>
</file>
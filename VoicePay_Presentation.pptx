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731520"/>
            <a:ext cx="1645920" cy="164592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914400"/>
            <a:ext cx="1280160" cy="1280160"/>
          </a:xfrm>
          <a:prstGeom prst="ellipse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109728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VoicePay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AI Banking System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Ijaz  •  Farhan Ullah  •  Aqib Ali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97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749040" cy="3474720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Pakistanis are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unbanked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291840"/>
            <a:ext cx="28346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State Bank of Pakistan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0584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Apps are too complex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passwords, navigation — overwhelming for daily wage workers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1488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214884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221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smartphone needed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70M+ Pakistanis use basic feature phones with no app access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2918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329184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364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Literacy barrier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cannot read or type — voice is their natural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VoicePay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one number. Speak naturally. Money moves.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1965960" cy="2560320"/>
          </a:xfrm>
          <a:prstGeom prst="rect">
            <a:avLst/>
          </a:prstGeom>
          <a:solidFill>
            <a:srgbClr val="1224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3736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Phone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basic feature phones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smartphone required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737360"/>
            <a:ext cx="1965960" cy="2560320"/>
          </a:xfrm>
          <a:prstGeom prst="rect">
            <a:avLst/>
          </a:prstGeom>
          <a:solidFill>
            <a:srgbClr val="1224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73736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🎤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2606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Voice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3063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 English or Urdu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menus, no typing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737360"/>
            <a:ext cx="1965960" cy="2560320"/>
          </a:xfrm>
          <a:prstGeom prst="rect">
            <a:avLst/>
          </a:prstGeom>
          <a:solidFill>
            <a:srgbClr val="1224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73736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2606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3063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+ Groq LLaMA 3.3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your intent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1737360"/>
            <a:ext cx="1965960" cy="2560320"/>
          </a:xfrm>
          <a:prstGeom prst="rect">
            <a:avLst/>
          </a:prstGeom>
          <a:solidFill>
            <a:srgbClr val="1224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73736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1920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12280" y="26060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3063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ID authentication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4572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(320) 314-5202  — live demo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76656" y="100584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45920" y="1444752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103120"/>
            <a:ext cx="171907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03120"/>
            <a:ext cx="171907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2402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Calls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6974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+1 320 314 5202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95728" y="1005840"/>
            <a:ext cx="914400" cy="9144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95728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364992" y="1444752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2103120"/>
            <a:ext cx="171907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93392" y="2103120"/>
            <a:ext cx="171907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1993392" y="22402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Command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93392" y="26974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"Send 500 to Ali"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100584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084064" y="1444752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12464" y="2103120"/>
            <a:ext cx="171907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12464" y="2103120"/>
            <a:ext cx="171907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712464" y="22402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12464" y="26974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English text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33872" y="1005840"/>
            <a:ext cx="914400" cy="914400"/>
          </a:xfrm>
          <a:prstGeom prst="ellipse">
            <a:avLst/>
          </a:prstGeom>
          <a:solidFill>
            <a:srgbClr val="DB277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33872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6803136" y="1444752"/>
            <a:ext cx="502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31536" y="2103120"/>
            <a:ext cx="171907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31536" y="2103120"/>
            <a:ext cx="1719072" cy="54864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0" name="Text 28"/>
          <p:cNvSpPr/>
          <p:nvPr/>
        </p:nvSpPr>
        <p:spPr>
          <a:xfrm>
            <a:off x="5431536" y="22402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31536" y="26974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JSON intent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52944" y="1005840"/>
            <a:ext cx="914400" cy="91440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52944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7150608" y="2103120"/>
            <a:ext cx="171907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50608" y="2103120"/>
            <a:ext cx="171907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7150608" y="22402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50608" y="269748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&amp; executes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Output Example:   { "action": "send",  "amount": 500,  "recipient": "ali" }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05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38988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891B2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89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any language audio into clean English text. Works offline. Handles accents.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1440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914400"/>
            <a:ext cx="54864" cy="1737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005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138988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389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Extraction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7190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natural sentences and extracts action, amount, and recipient as JSON.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9144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91440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5040" y="914400"/>
            <a:ext cx="54864" cy="1737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005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Voice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138988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1389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 Engine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17190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incoming calls, records speech, plays voice responses back to caller.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83464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2834640"/>
            <a:ext cx="54864" cy="1737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331012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Backend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6393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wallet logic, PIN verification, balance checks, and money transfers.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28346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834640"/>
            <a:ext cx="2651760" cy="54864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0" y="2834640"/>
            <a:ext cx="54864" cy="173736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5" name="Text 33"/>
          <p:cNvSpPr/>
          <p:nvPr/>
        </p:nvSpPr>
        <p:spPr>
          <a:xfrm>
            <a:off x="333756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337560" y="331012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DB2777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33756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to localhost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37560" y="36393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local Flask server to Twilio webhook in real time during demo.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28346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2834640"/>
            <a:ext cx="265176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1" name="Shape 39"/>
          <p:cNvSpPr/>
          <p:nvPr/>
        </p:nvSpPr>
        <p:spPr>
          <a:xfrm>
            <a:off x="6035040" y="2834640"/>
            <a:ext cx="54864" cy="1737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2" name="Text 40"/>
          <p:cNvSpPr/>
          <p:nvPr/>
        </p:nvSpPr>
        <p:spPr>
          <a:xfrm>
            <a:off x="61722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gTTS / Alice TTS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72200" y="3310128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A580C">
              <a:alpha val="1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17220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Output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72200" y="36393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transaction results to natural spoken voice responses.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3 Microservices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3840480"/>
          </a:xfrm>
          <a:prstGeom prst="rect">
            <a:avLst/>
          </a:prstGeom>
          <a:solidFill>
            <a:srgbClr val="1224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Interface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2103120" cy="274320"/>
          </a:xfrm>
          <a:prstGeom prst="rect">
            <a:avLst/>
          </a:prstGeom>
          <a:solidFill>
            <a:srgbClr val="0891B2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+ gTTS + ngrok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Receives incoming calls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Captures voice recording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Plays voice responses 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2834640"/>
            <a:ext cx="5943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914400"/>
            <a:ext cx="2651760" cy="3840480"/>
          </a:xfrm>
          <a:prstGeom prst="rect">
            <a:avLst/>
          </a:prstGeom>
          <a:solidFill>
            <a:srgbClr val="1224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91440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1325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Speech Engine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20440" y="1783080"/>
            <a:ext cx="2103120" cy="274320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+ Groq LLaMA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Converts audio to text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Extracts action/amount/recipient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Returns clean JSON intent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97880" y="2834640"/>
            <a:ext cx="5943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914400"/>
            <a:ext cx="2651760" cy="3840480"/>
          </a:xfrm>
          <a:prstGeom prst="rect">
            <a:avLst/>
          </a:prstGeom>
          <a:solidFill>
            <a:srgbClr val="1224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91440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1325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Backend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0" y="1783080"/>
            <a:ext cx="2103120" cy="274320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Python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Verifies PIN &amp; user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Checks balance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Executes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Verification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" y="1280160"/>
            <a:ext cx="640080" cy="64008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143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ID Verification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58191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tied to a registered phone number. Unknown numbers are rejected before processing.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64008" cy="1645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4828032" y="1280160"/>
            <a:ext cx="640080" cy="64008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23560" y="1143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4-Digit PIN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23560" y="158191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speaks or enters their PIN via keypad (DTMF). Wrong PIN terminates the session immediately.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64008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530352" y="3200400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Confirmation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5021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read back aloud before execution. User must confirm to proceed.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880360"/>
            <a:ext cx="64008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4828032" y="3200400"/>
            <a:ext cx="640080" cy="64008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23560" y="3063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Protection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23560" y="35021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 available funds before any transfer. Insufficient balance is rejected with clear message.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0" y="914400"/>
            <a:ext cx="5486400" cy="1097280"/>
          </a:xfrm>
          <a:prstGeom prst="rect">
            <a:avLst/>
          </a:prstGeom>
          <a:solidFill>
            <a:srgbClr val="0A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0" y="9144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+1 (320) 314-5202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1965960" cy="2468880"/>
          </a:xfrm>
          <a:prstGeom prst="rect">
            <a:avLst/>
          </a:prstGeom>
          <a:solidFill>
            <a:srgbClr val="0A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233172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3337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6758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"ahmed"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username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2240280"/>
            <a:ext cx="1965960" cy="2468880"/>
          </a:xfrm>
          <a:prstGeom prst="rect">
            <a:avLst/>
          </a:prstGeom>
          <a:solidFill>
            <a:srgbClr val="0A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08376" y="233172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008376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87168" y="3337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87168" y="36758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Press: 1 2 3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87168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PIN on keypad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2240280"/>
            <a:ext cx="1965960" cy="2468880"/>
          </a:xfrm>
          <a:prstGeom prst="rect">
            <a:avLst/>
          </a:prstGeom>
          <a:solidFill>
            <a:srgbClr val="0A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9784" y="233172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129784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08576" y="3337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08576" y="36758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"Send 500 rupees to Ali"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08576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command naturally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9984" y="2240280"/>
            <a:ext cx="1965960" cy="2468880"/>
          </a:xfrm>
          <a:prstGeom prst="rect">
            <a:avLst/>
          </a:prstGeom>
          <a:solidFill>
            <a:srgbClr val="0A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51192" y="233172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251192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29984" y="3337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9984" y="36758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"500 rupees sent to Ali"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9984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the confirmation voice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Vision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4630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of Pakistan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651760" cy="14630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51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0040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Unbanked population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960120"/>
            <a:ext cx="2651760" cy="14630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051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required to 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8412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06040"/>
            <a:ext cx="54864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33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Expand to Pashto, Sindhi, and Punjabi language support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8412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54680"/>
            <a:ext cx="54864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821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Partner with microfinance banks for real transaction processing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8412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03320"/>
            <a:ext cx="54864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307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Deploy via USSD for zero-internet feature phone access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251960"/>
            <a:ext cx="841248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251960"/>
            <a:ext cx="54864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793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Replicate model across South Asia and Sub-Saharan Africa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200400" y="1920240"/>
            <a:ext cx="27432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this in 24 hours.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what we can do in 6 months.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3291840"/>
            <a:ext cx="4572000" cy="9144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Call the live demo now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(320) 314-5202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Ijaz  •  Farhan Ullah  •  Aqib Ali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VoicePay Pakistan</dc:title>
  <dc:subject>PptxGenJS Presentation</dc:subject>
  <dc:creator>PptxGenJS</dc:creator>
  <cp:lastModifiedBy>PptxGenJS</cp:lastModifiedBy>
  <cp:revision>1</cp:revision>
  <dcterms:created xsi:type="dcterms:W3CDTF">2026-04-19T05:56:01Z</dcterms:created>
  <dcterms:modified xsi:type="dcterms:W3CDTF">2026-04-19T05:56:01Z</dcterms:modified>
</cp:coreProperties>
</file>